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6B9F4A-082B-4814-B39B-02A2151529B6}" v="30" dt="2026-07-28T13:31:11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147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a Dany" userId="bca3904a55d1ea39" providerId="LiveId" clId="{7E06D7A5-C7ED-4325-93E2-B3C97993FC12}"/>
    <pc:docChg chg="undo redo custSel addSld delSld modSld modMainMaster modNotesMaster">
      <pc:chgData name="Lena Dany" userId="bca3904a55d1ea39" providerId="LiveId" clId="{7E06D7A5-C7ED-4325-93E2-B3C97993FC12}" dt="2026-07-28T13:31:11.980" v="2389" actId="338"/>
      <pc:docMkLst>
        <pc:docMk/>
      </pc:docMkLst>
      <pc:sldChg chg="addSp delSp modSp mod modNotes">
        <pc:chgData name="Lena Dany" userId="bca3904a55d1ea39" providerId="LiveId" clId="{7E06D7A5-C7ED-4325-93E2-B3C97993FC12}" dt="2026-07-28T13:31:11.980" v="2389" actId="338"/>
        <pc:sldMkLst>
          <pc:docMk/>
          <pc:sldMk cId="4251060893" sldId="256"/>
        </pc:sldMkLst>
        <pc:spChg chg="mod">
          <ac:chgData name="Lena Dany" userId="bca3904a55d1ea39" providerId="LiveId" clId="{7E06D7A5-C7ED-4325-93E2-B3C97993FC12}" dt="2026-07-28T12:20:50.749" v="2347"/>
          <ac:spMkLst>
            <pc:docMk/>
            <pc:sldMk cId="4251060893" sldId="256"/>
            <ac:spMk id="2" creationId="{85A62FAB-9101-F4BF-035D-4BEBEC134671}"/>
          </ac:spMkLst>
        </pc:spChg>
        <pc:spChg chg="mod">
          <ac:chgData name="Lena Dany" userId="bca3904a55d1ea39" providerId="LiveId" clId="{7E06D7A5-C7ED-4325-93E2-B3C97993FC12}" dt="2026-07-28T12:20:50.642" v="2346" actId="27636"/>
          <ac:spMkLst>
            <pc:docMk/>
            <pc:sldMk cId="4251060893" sldId="256"/>
            <ac:spMk id="3" creationId="{C9E2301D-B102-9E98-EF97-DEFB60ED06ED}"/>
          </ac:spMkLst>
        </pc:spChg>
        <pc:spChg chg="add mod or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4" creationId="{AA76F565-7AF6-AB02-629B-7570DDF9E92D}"/>
          </ac:spMkLst>
        </pc:spChg>
        <pc:spChg chg="add mo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8" creationId="{5E89D760-3F08-5007-DF96-EFA4A9EE5826}"/>
          </ac:spMkLst>
        </pc:spChg>
        <pc:spChg chg="add del mod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10" creationId="{48C6916B-AF36-796F-A882-E87C1652A3C2}"/>
          </ac:spMkLst>
        </pc:spChg>
        <pc:spChg chg="add del mod topLvl">
          <ac:chgData name="Lena Dany" userId="bca3904a55d1ea39" providerId="LiveId" clId="{7E06D7A5-C7ED-4325-93E2-B3C97993FC12}" dt="2026-07-28T12:20:50.749" v="2347"/>
          <ac:spMkLst>
            <pc:docMk/>
            <pc:sldMk cId="4251060893" sldId="256"/>
            <ac:spMk id="11" creationId="{8B426F34-6346-9E9B-0362-307E9C915A71}"/>
          </ac:spMkLst>
        </pc:spChg>
        <pc:spChg chg="add del mod topLvl">
          <ac:chgData name="Lena Dany" userId="bca3904a55d1ea39" providerId="LiveId" clId="{7E06D7A5-C7ED-4325-93E2-B3C97993FC12}" dt="2026-07-28T09:53:08.499" v="1692" actId="21"/>
          <ac:spMkLst>
            <pc:docMk/>
            <pc:sldMk cId="4251060893" sldId="256"/>
            <ac:spMk id="12" creationId="{BFD43367-3CAB-C4D2-5649-8D41C21EEB59}"/>
          </ac:spMkLst>
        </pc:spChg>
        <pc:spChg chg="add del mod topLvl">
          <ac:chgData name="Lena Dany" userId="bca3904a55d1ea39" providerId="LiveId" clId="{7E06D7A5-C7ED-4325-93E2-B3C97993FC12}" dt="2026-07-28T09:53:27.972" v="1755" actId="21"/>
          <ac:spMkLst>
            <pc:docMk/>
            <pc:sldMk cId="4251060893" sldId="256"/>
            <ac:spMk id="13" creationId="{86B8D7BC-C971-5845-5C23-F7C3431968FD}"/>
          </ac:spMkLst>
        </pc:spChg>
        <pc:spChg chg="add del mod topLvl">
          <ac:chgData name="Lena Dany" userId="bca3904a55d1ea39" providerId="LiveId" clId="{7E06D7A5-C7ED-4325-93E2-B3C97993FC12}" dt="2026-07-28T12:11:47.559" v="2319" actId="21"/>
          <ac:spMkLst>
            <pc:docMk/>
            <pc:sldMk cId="4251060893" sldId="256"/>
            <ac:spMk id="14" creationId="{ADAEA827-4F67-5EBF-3FED-6A98963911FD}"/>
          </ac:spMkLst>
        </pc:spChg>
        <pc:spChg chg="add mo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15" creationId="{D5771E9A-EE4A-9755-04F0-2E4F16CF2B22}"/>
          </ac:spMkLst>
        </pc:spChg>
        <pc:spChg chg="add del mo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21" creationId="{B6D28539-22AE-447D-51B4-A9C44C7AA25C}"/>
          </ac:spMkLst>
        </pc:spChg>
        <pc:spChg chg="mo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22" creationId="{F7B92F44-6C44-6FBB-7FC8-3DEF8DBC06A6}"/>
          </ac:spMkLst>
        </pc:spChg>
        <pc:spChg chg="del mod topLvl">
          <ac:chgData name="Lena Dany" userId="bca3904a55d1ea39" providerId="LiveId" clId="{7E06D7A5-C7ED-4325-93E2-B3C97993FC12}" dt="2026-07-28T09:58:46.580" v="1832" actId="21"/>
          <ac:spMkLst>
            <pc:docMk/>
            <pc:sldMk cId="4251060893" sldId="256"/>
            <ac:spMk id="23" creationId="{49D027DD-282C-43EF-971E-9678E1A71DFE}"/>
          </ac:spMkLst>
        </pc:spChg>
        <pc:spChg chg="mod topLvl">
          <ac:chgData name="Lena Dany" userId="bca3904a55d1ea39" providerId="LiveId" clId="{7E06D7A5-C7ED-4325-93E2-B3C97993FC12}" dt="2026-07-28T11:32:09.554" v="2067" actId="164"/>
          <ac:spMkLst>
            <pc:docMk/>
            <pc:sldMk cId="4251060893" sldId="256"/>
            <ac:spMk id="27" creationId="{AB68D078-CE99-194B-65B9-6C4AAA5E7488}"/>
          </ac:spMkLst>
        </pc:spChg>
        <pc:spChg chg="mod topLvl">
          <ac:chgData name="Lena Dany" userId="bca3904a55d1ea39" providerId="LiveId" clId="{7E06D7A5-C7ED-4325-93E2-B3C97993FC12}" dt="2026-07-28T11:32:09.554" v="2067" actId="164"/>
          <ac:spMkLst>
            <pc:docMk/>
            <pc:sldMk cId="4251060893" sldId="256"/>
            <ac:spMk id="28" creationId="{3434F7FE-09B8-B9F2-8048-28855A526F1E}"/>
          </ac:spMkLst>
        </pc:spChg>
        <pc:spChg chg="mod topLvl">
          <ac:chgData name="Lena Dany" userId="bca3904a55d1ea39" providerId="LiveId" clId="{7E06D7A5-C7ED-4325-93E2-B3C97993FC12}" dt="2026-07-28T11:32:09.554" v="2067" actId="164"/>
          <ac:spMkLst>
            <pc:docMk/>
            <pc:sldMk cId="4251060893" sldId="256"/>
            <ac:spMk id="29" creationId="{D38AC7EB-C64C-56CF-3711-6BD791D93B30}"/>
          </ac:spMkLst>
        </pc:spChg>
        <pc:spChg chg="add mod">
          <ac:chgData name="Lena Dany" userId="bca3904a55d1ea39" providerId="LiveId" clId="{7E06D7A5-C7ED-4325-93E2-B3C97993FC12}" dt="2026-07-28T12:00:03.223" v="2263" actId="207"/>
          <ac:spMkLst>
            <pc:docMk/>
            <pc:sldMk cId="4251060893" sldId="256"/>
            <ac:spMk id="30" creationId="{AB7C54FF-BBA4-19D6-BD3F-AE1C07816AA3}"/>
          </ac:spMkLst>
        </pc:spChg>
        <pc:spChg chg="mo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31" creationId="{2CE97EA9-DCFB-D8F1-4D9F-A2858C2E03BA}"/>
          </ac:spMkLst>
        </pc:spChg>
        <pc:spChg chg="mo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32" creationId="{10203CE6-8334-F091-A0D5-F98FF6936C3A}"/>
          </ac:spMkLst>
        </pc:spChg>
        <pc:spChg chg="add mod topLvl">
          <ac:chgData name="Lena Dany" userId="bca3904a55d1ea39" providerId="LiveId" clId="{7E06D7A5-C7ED-4325-93E2-B3C97993FC12}" dt="2026-07-28T12:19:30.348" v="2343" actId="338"/>
          <ac:spMkLst>
            <pc:docMk/>
            <pc:sldMk cId="4251060893" sldId="256"/>
            <ac:spMk id="34" creationId="{DE3E12A3-D08E-590B-9BB6-2FB31BDC5119}"/>
          </ac:spMkLst>
        </pc:spChg>
        <pc:spChg chg="mo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35" creationId="{B80D51BE-7CA8-B90D-3371-251CB5EAC44E}"/>
          </ac:spMkLst>
        </pc:spChg>
        <pc:spChg chg="del mod topLvl">
          <ac:chgData name="Lena Dany" userId="bca3904a55d1ea39" providerId="LiveId" clId="{7E06D7A5-C7ED-4325-93E2-B3C97993FC12}" dt="2026-07-28T10:00:37.709" v="1843" actId="21"/>
          <ac:spMkLst>
            <pc:docMk/>
            <pc:sldMk cId="4251060893" sldId="256"/>
            <ac:spMk id="36" creationId="{3535E7E2-E995-9F8C-E7FA-CCE3AAC0F701}"/>
          </ac:spMkLst>
        </pc:spChg>
        <pc:spChg chg="mod topLvl">
          <ac:chgData name="Lena Dany" userId="bca3904a55d1ea39" providerId="LiveId" clId="{7E06D7A5-C7ED-4325-93E2-B3C97993FC12}" dt="2026-07-28T13:31:11.980" v="2389" actId="338"/>
          <ac:spMkLst>
            <pc:docMk/>
            <pc:sldMk cId="4251060893" sldId="256"/>
            <ac:spMk id="38" creationId="{F3A290F1-9506-3623-F6C5-464AAFF1787A}"/>
          </ac:spMkLst>
        </pc:spChg>
        <pc:spChg chg="mod">
          <ac:chgData name="Lena Dany" userId="bca3904a55d1ea39" providerId="LiveId" clId="{7E06D7A5-C7ED-4325-93E2-B3C97993FC12}" dt="2026-07-28T11:32:51.908" v="2070" actId="14100"/>
          <ac:spMkLst>
            <pc:docMk/>
            <pc:sldMk cId="4251060893" sldId="256"/>
            <ac:spMk id="42" creationId="{139C7BFD-30BD-47B1-641F-D500C1C47FC6}"/>
          </ac:spMkLst>
        </pc:spChg>
        <pc:spChg chg="add mod">
          <ac:chgData name="Lena Dany" userId="bca3904a55d1ea39" providerId="LiveId" clId="{7E06D7A5-C7ED-4325-93E2-B3C97993FC12}" dt="2026-07-28T12:20:50.749" v="2347"/>
          <ac:spMkLst>
            <pc:docMk/>
            <pc:sldMk cId="4251060893" sldId="256"/>
            <ac:spMk id="43" creationId="{C9F343A9-AD71-1374-CC80-C48FEF1F735F}"/>
          </ac:spMkLst>
        </pc:spChg>
        <pc:spChg chg="mod">
          <ac:chgData name="Lena Dany" userId="bca3904a55d1ea39" providerId="LiveId" clId="{7E06D7A5-C7ED-4325-93E2-B3C97993FC12}" dt="2026-07-28T11:29:52.493" v="2051" actId="1076"/>
          <ac:spMkLst>
            <pc:docMk/>
            <pc:sldMk cId="4251060893" sldId="256"/>
            <ac:spMk id="45" creationId="{79F8B774-C432-9207-4515-5544C87119C4}"/>
          </ac:spMkLst>
        </pc:spChg>
        <pc:spChg chg="add del mod ord">
          <ac:chgData name="Lena Dany" userId="bca3904a55d1ea39" providerId="LiveId" clId="{7E06D7A5-C7ED-4325-93E2-B3C97993FC12}" dt="2026-07-28T12:10:28.634" v="2309" actId="1076"/>
          <ac:spMkLst>
            <pc:docMk/>
            <pc:sldMk cId="4251060893" sldId="256"/>
            <ac:spMk id="46" creationId="{9E5AF367-E7CF-8F9D-040E-969EDFDAFF91}"/>
          </ac:spMkLst>
        </pc:spChg>
        <pc:spChg chg="add mod">
          <ac:chgData name="Lena Dany" userId="bca3904a55d1ea39" providerId="LiveId" clId="{7E06D7A5-C7ED-4325-93E2-B3C97993FC12}" dt="2026-07-28T12:12:42.960" v="2323" actId="14100"/>
          <ac:spMkLst>
            <pc:docMk/>
            <pc:sldMk cId="4251060893" sldId="256"/>
            <ac:spMk id="50" creationId="{1A8FE051-D67D-31D5-ADF0-679C82623FF7}"/>
          </ac:spMkLst>
        </pc:spChg>
        <pc:spChg chg="mod">
          <ac:chgData name="Lena Dany" userId="bca3904a55d1ea39" providerId="LiveId" clId="{7E06D7A5-C7ED-4325-93E2-B3C97993FC12}" dt="2026-07-28T12:10:56.064" v="2312" actId="1076"/>
          <ac:spMkLst>
            <pc:docMk/>
            <pc:sldMk cId="4251060893" sldId="256"/>
            <ac:spMk id="55" creationId="{1076447A-3542-5B15-8C62-CE078A0D35EA}"/>
          </ac:spMkLst>
        </pc:spChg>
        <pc:spChg chg="add mod">
          <ac:chgData name="Lena Dany" userId="bca3904a55d1ea39" providerId="LiveId" clId="{7E06D7A5-C7ED-4325-93E2-B3C97993FC12}" dt="2026-07-28T12:13:14.975" v="2326" actId="14100"/>
          <ac:spMkLst>
            <pc:docMk/>
            <pc:sldMk cId="4251060893" sldId="256"/>
            <ac:spMk id="56" creationId="{412E327E-1D38-B911-9401-C7CBF08936F7}"/>
          </ac:spMkLst>
        </pc:spChg>
        <pc:spChg chg="add mod">
          <ac:chgData name="Lena Dany" userId="bca3904a55d1ea39" providerId="LiveId" clId="{7E06D7A5-C7ED-4325-93E2-B3C97993FC12}" dt="2026-07-28T12:14:14.111" v="2333" actId="14100"/>
          <ac:spMkLst>
            <pc:docMk/>
            <pc:sldMk cId="4251060893" sldId="256"/>
            <ac:spMk id="60" creationId="{453224F2-2CC7-D263-33F5-DF1329A5447D}"/>
          </ac:spMkLst>
        </pc:spChg>
        <pc:spChg chg="del">
          <ac:chgData name="Lena Dany" userId="bca3904a55d1ea39" providerId="LiveId" clId="{7E06D7A5-C7ED-4325-93E2-B3C97993FC12}" dt="2026-07-28T11:28:24.477" v="2006" actId="21"/>
          <ac:spMkLst>
            <pc:docMk/>
            <pc:sldMk cId="4251060893" sldId="256"/>
            <ac:spMk id="70" creationId="{BA66E588-EC6B-977A-FBFA-F55B0122C589}"/>
          </ac:spMkLst>
        </pc:spChg>
        <pc:spChg chg="mod topLvl">
          <ac:chgData name="Lena Dany" userId="bca3904a55d1ea39" providerId="LiveId" clId="{7E06D7A5-C7ED-4325-93E2-B3C97993FC12}" dt="2026-07-28T13:30:59.387" v="2388" actId="165"/>
          <ac:spMkLst>
            <pc:docMk/>
            <pc:sldMk cId="4251060893" sldId="256"/>
            <ac:spMk id="73" creationId="{5E8C522E-341B-116A-1E9E-5DBA1A269A0C}"/>
          </ac:spMkLst>
        </pc:spChg>
        <pc:spChg chg="mod">
          <ac:chgData name="Lena Dany" userId="bca3904a55d1ea39" providerId="LiveId" clId="{7E06D7A5-C7ED-4325-93E2-B3C97993FC12}" dt="2026-07-28T12:20:50.749" v="2347"/>
          <ac:spMkLst>
            <pc:docMk/>
            <pc:sldMk cId="4251060893" sldId="256"/>
            <ac:spMk id="74" creationId="{F43318CE-51B6-07A7-94CC-C8AFA6ED6263}"/>
          </ac:spMkLst>
        </pc:spChg>
        <pc:spChg chg="mod topLvl">
          <ac:chgData name="Lena Dany" userId="bca3904a55d1ea39" providerId="LiveId" clId="{7E06D7A5-C7ED-4325-93E2-B3C97993FC12}" dt="2026-07-28T13:30:59.387" v="2388" actId="165"/>
          <ac:spMkLst>
            <pc:docMk/>
            <pc:sldMk cId="4251060893" sldId="256"/>
            <ac:spMk id="75" creationId="{07474B23-8955-15A9-58D4-9EF4FF636C5B}"/>
          </ac:spMkLst>
        </pc:spChg>
        <pc:spChg chg="mod">
          <ac:chgData name="Lena Dany" userId="bca3904a55d1ea39" providerId="LiveId" clId="{7E06D7A5-C7ED-4325-93E2-B3C97993FC12}" dt="2026-07-28T13:30:59.387" v="2388" actId="165"/>
          <ac:spMkLst>
            <pc:docMk/>
            <pc:sldMk cId="4251060893" sldId="256"/>
            <ac:spMk id="76" creationId="{257B0260-CA7D-936A-475C-5061BA049C4D}"/>
          </ac:spMkLst>
        </pc:spChg>
        <pc:spChg chg="del mod">
          <ac:chgData name="Lena Dany" userId="bca3904a55d1ea39" providerId="LiveId" clId="{7E06D7A5-C7ED-4325-93E2-B3C97993FC12}" dt="2026-07-28T11:34:26.911" v="2096" actId="21"/>
          <ac:spMkLst>
            <pc:docMk/>
            <pc:sldMk cId="4251060893" sldId="256"/>
            <ac:spMk id="77" creationId="{79CD0A98-98AD-9EFF-179E-8B2E71818C6D}"/>
          </ac:spMkLst>
        </pc:spChg>
        <pc:spChg chg="add mod">
          <ac:chgData name="Lena Dany" userId="bca3904a55d1ea39" providerId="LiveId" clId="{7E06D7A5-C7ED-4325-93E2-B3C97993FC12}" dt="2026-07-28T13:22:24.786" v="2381" actId="20577"/>
          <ac:spMkLst>
            <pc:docMk/>
            <pc:sldMk cId="4251060893" sldId="256"/>
            <ac:spMk id="78" creationId="{3EFBDFD4-C8E2-F5F1-6DFB-339756864ED9}"/>
          </ac:spMkLst>
        </pc:spChg>
        <pc:spChg chg="del">
          <ac:chgData name="Lena Dany" userId="bca3904a55d1ea39" providerId="LiveId" clId="{7E06D7A5-C7ED-4325-93E2-B3C97993FC12}" dt="2026-07-28T11:36:19.574" v="2102" actId="21"/>
          <ac:spMkLst>
            <pc:docMk/>
            <pc:sldMk cId="4251060893" sldId="256"/>
            <ac:spMk id="84" creationId="{ADB2723F-5FC9-D382-719F-A1AEE946C6EA}"/>
          </ac:spMkLst>
        </pc:spChg>
        <pc:spChg chg="mod topLvl">
          <ac:chgData name="Lena Dany" userId="bca3904a55d1ea39" providerId="LiveId" clId="{7E06D7A5-C7ED-4325-93E2-B3C97993FC12}" dt="2026-07-28T11:59:57.498" v="2262" actId="207"/>
          <ac:spMkLst>
            <pc:docMk/>
            <pc:sldMk cId="4251060893" sldId="256"/>
            <ac:spMk id="89" creationId="{FCC00C13-C8B2-9194-09B6-97036C1ED766}"/>
          </ac:spMkLst>
        </pc:spChg>
        <pc:spChg chg="del mod topLvl">
          <ac:chgData name="Lena Dany" userId="bca3904a55d1ea39" providerId="LiveId" clId="{7E06D7A5-C7ED-4325-93E2-B3C97993FC12}" dt="2026-07-28T11:42:51.051" v="2163" actId="21"/>
          <ac:spMkLst>
            <pc:docMk/>
            <pc:sldMk cId="4251060893" sldId="256"/>
            <ac:spMk id="102" creationId="{19C36CF6-BE60-5DBE-BD16-50EF9208936C}"/>
          </ac:spMkLst>
        </pc:spChg>
        <pc:spChg chg="del mod topLvl">
          <ac:chgData name="Lena Dany" userId="bca3904a55d1ea39" providerId="LiveId" clId="{7E06D7A5-C7ED-4325-93E2-B3C97993FC12}" dt="2026-07-28T11:42:47.418" v="2162" actId="21"/>
          <ac:spMkLst>
            <pc:docMk/>
            <pc:sldMk cId="4251060893" sldId="256"/>
            <ac:spMk id="103" creationId="{914F4EE2-E5E5-95BC-637A-6F6DB80D9C5D}"/>
          </ac:spMkLst>
        </pc:spChg>
        <pc:spChg chg="del mod topLvl">
          <ac:chgData name="Lena Dany" userId="bca3904a55d1ea39" providerId="LiveId" clId="{7E06D7A5-C7ED-4325-93E2-B3C97993FC12}" dt="2026-07-28T11:43:00.078" v="2164" actId="478"/>
          <ac:spMkLst>
            <pc:docMk/>
            <pc:sldMk cId="4251060893" sldId="256"/>
            <ac:spMk id="104" creationId="{7AD098B9-60A1-D882-9A40-B2D02BDB8B35}"/>
          </ac:spMkLst>
        </pc:spChg>
        <pc:spChg chg="del mod topLvl">
          <ac:chgData name="Lena Dany" userId="bca3904a55d1ea39" providerId="LiveId" clId="{7E06D7A5-C7ED-4325-93E2-B3C97993FC12}" dt="2026-07-28T11:42:43.863" v="2161" actId="21"/>
          <ac:spMkLst>
            <pc:docMk/>
            <pc:sldMk cId="4251060893" sldId="256"/>
            <ac:spMk id="105" creationId="{28D85C7C-3199-999D-BED0-CB53F289ACA8}"/>
          </ac:spMkLst>
        </pc:spChg>
        <pc:spChg chg="del mod topLvl">
          <ac:chgData name="Lena Dany" userId="bca3904a55d1ea39" providerId="LiveId" clId="{7E06D7A5-C7ED-4325-93E2-B3C97993FC12}" dt="2026-07-28T11:43:14.172" v="2183"/>
          <ac:spMkLst>
            <pc:docMk/>
            <pc:sldMk cId="4251060893" sldId="256"/>
            <ac:spMk id="109" creationId="{8841575C-852E-4CD7-11CE-516CBB1BD9AF}"/>
          </ac:spMkLst>
        </pc:spChg>
        <pc:spChg chg="del mod topLvl">
          <ac:chgData name="Lena Dany" userId="bca3904a55d1ea39" providerId="LiveId" clId="{7E06D7A5-C7ED-4325-93E2-B3C97993FC12}" dt="2026-07-28T11:43:14.174" v="2185"/>
          <ac:spMkLst>
            <pc:docMk/>
            <pc:sldMk cId="4251060893" sldId="256"/>
            <ac:spMk id="111" creationId="{0FCCA5D6-5484-D363-FB3E-B96FA6C6A772}"/>
          </ac:spMkLst>
        </pc:spChg>
        <pc:spChg chg="del mod">
          <ac:chgData name="Lena Dany" userId="bca3904a55d1ea39" providerId="LiveId" clId="{7E06D7A5-C7ED-4325-93E2-B3C97993FC12}" dt="2026-07-28T11:39:10.489" v="2115"/>
          <ac:spMkLst>
            <pc:docMk/>
            <pc:sldMk cId="4251060893" sldId="256"/>
            <ac:spMk id="112" creationId="{7D9F673B-0B3B-9DA0-C799-891DC2BF2EDD}"/>
          </ac:spMkLst>
        </pc:spChg>
        <pc:spChg chg="del mod topLvl">
          <ac:chgData name="Lena Dany" userId="bca3904a55d1ea39" providerId="LiveId" clId="{7E06D7A5-C7ED-4325-93E2-B3C97993FC12}" dt="2026-07-28T11:39:10.489" v="2111"/>
          <ac:spMkLst>
            <pc:docMk/>
            <pc:sldMk cId="4251060893" sldId="256"/>
            <ac:spMk id="119" creationId="{2E7508BF-C768-9624-D0FB-B77B37D9148D}"/>
          </ac:spMkLst>
        </pc:spChg>
        <pc:spChg chg="del mod">
          <ac:chgData name="Lena Dany" userId="bca3904a55d1ea39" providerId="LiveId" clId="{7E06D7A5-C7ED-4325-93E2-B3C97993FC12}" dt="2026-07-28T11:28:24.477" v="2006" actId="21"/>
          <ac:spMkLst>
            <pc:docMk/>
            <pc:sldMk cId="4251060893" sldId="256"/>
            <ac:spMk id="127" creationId="{AD1ECF0E-BC76-A31F-34C3-BA20F246F187}"/>
          </ac:spMkLst>
        </pc:spChg>
        <pc:spChg chg="mod topLvl">
          <ac:chgData name="Lena Dany" userId="bca3904a55d1ea39" providerId="LiveId" clId="{7E06D7A5-C7ED-4325-93E2-B3C97993FC12}" dt="2026-07-28T12:00:37.240" v="2264" actId="207"/>
          <ac:spMkLst>
            <pc:docMk/>
            <pc:sldMk cId="4251060893" sldId="256"/>
            <ac:spMk id="128" creationId="{ABC902B3-5461-09BC-00F4-A5DD7D59A38B}"/>
          </ac:spMkLst>
        </pc:spChg>
        <pc:spChg chg="mod topLvl">
          <ac:chgData name="Lena Dany" userId="bca3904a55d1ea39" providerId="LiveId" clId="{7E06D7A5-C7ED-4325-93E2-B3C97993FC12}" dt="2026-07-28T12:14:04.036" v="2332" actId="14100"/>
          <ac:spMkLst>
            <pc:docMk/>
            <pc:sldMk cId="4251060893" sldId="256"/>
            <ac:spMk id="129" creationId="{1DA0D79F-C786-34DF-B382-000A1085D8B9}"/>
          </ac:spMkLst>
        </pc:spChg>
        <pc:spChg chg="del mod">
          <ac:chgData name="Lena Dany" userId="bca3904a55d1ea39" providerId="LiveId" clId="{7E06D7A5-C7ED-4325-93E2-B3C97993FC12}" dt="2026-07-28T11:39:10.489" v="2113"/>
          <ac:spMkLst>
            <pc:docMk/>
            <pc:sldMk cId="4251060893" sldId="256"/>
            <ac:spMk id="132" creationId="{0222829F-C84C-14EB-336C-31FDB05DFEB2}"/>
          </ac:spMkLst>
        </pc:spChg>
        <pc:spChg chg="del mod topLvl">
          <ac:chgData name="Lena Dany" userId="bca3904a55d1ea39" providerId="LiveId" clId="{7E06D7A5-C7ED-4325-93E2-B3C97993FC12}" dt="2026-07-28T11:43:46.465" v="2186" actId="21"/>
          <ac:spMkLst>
            <pc:docMk/>
            <pc:sldMk cId="4251060893" sldId="256"/>
            <ac:spMk id="142" creationId="{2E57B8A8-9DF8-300C-2693-2B0423ABA6FC}"/>
          </ac:spMkLst>
        </pc:spChg>
        <pc:spChg chg="del mod">
          <ac:chgData name="Lena Dany" userId="bca3904a55d1ea39" providerId="LiveId" clId="{7E06D7A5-C7ED-4325-93E2-B3C97993FC12}" dt="2026-07-28T11:43:50.784" v="2187" actId="21"/>
          <ac:spMkLst>
            <pc:docMk/>
            <pc:sldMk cId="4251060893" sldId="256"/>
            <ac:spMk id="147" creationId="{12A57998-3D2B-9AF0-D274-70D08B42458E}"/>
          </ac:spMkLst>
        </pc:spChg>
        <pc:spChg chg="mod">
          <ac:chgData name="Lena Dany" userId="bca3904a55d1ea39" providerId="LiveId" clId="{7E06D7A5-C7ED-4325-93E2-B3C97993FC12}" dt="2026-07-28T13:01:45.318" v="2348" actId="164"/>
          <ac:spMkLst>
            <pc:docMk/>
            <pc:sldMk cId="4251060893" sldId="256"/>
            <ac:spMk id="150" creationId="{97E5E775-78E3-3F81-39A4-633C7F9285A6}"/>
          </ac:spMkLst>
        </pc:spChg>
        <pc:spChg chg="del mod">
          <ac:chgData name="Lena Dany" userId="bca3904a55d1ea39" providerId="LiveId" clId="{7E06D7A5-C7ED-4325-93E2-B3C97993FC12}" dt="2026-07-28T11:31:14.157" v="2057" actId="21"/>
          <ac:spMkLst>
            <pc:docMk/>
            <pc:sldMk cId="4251060893" sldId="256"/>
            <ac:spMk id="151" creationId="{F53AD3DC-44A3-2BA4-292D-E056BDE4D980}"/>
          </ac:spMkLst>
        </pc:spChg>
        <pc:spChg chg="del mod">
          <ac:chgData name="Lena Dany" userId="bca3904a55d1ea39" providerId="LiveId" clId="{7E06D7A5-C7ED-4325-93E2-B3C97993FC12}" dt="2026-07-28T11:31:41.363" v="2064"/>
          <ac:spMkLst>
            <pc:docMk/>
            <pc:sldMk cId="4251060893" sldId="256"/>
            <ac:spMk id="152" creationId="{B852FD12-DEE3-B085-FB11-7C90E75F9D7C}"/>
          </ac:spMkLst>
        </pc:spChg>
        <pc:spChg chg="del mod">
          <ac:chgData name="Lena Dany" userId="bca3904a55d1ea39" providerId="LiveId" clId="{7E06D7A5-C7ED-4325-93E2-B3C97993FC12}" dt="2026-07-28T11:31:41.368" v="2066"/>
          <ac:spMkLst>
            <pc:docMk/>
            <pc:sldMk cId="4251060893" sldId="256"/>
            <ac:spMk id="153" creationId="{8DBACB63-8904-8B18-F129-7334AA157373}"/>
          </ac:spMkLst>
        </pc:spChg>
        <pc:grpChg chg="mod">
          <ac:chgData name="Lena Dany" userId="bca3904a55d1ea39" providerId="LiveId" clId="{7E06D7A5-C7ED-4325-93E2-B3C97993FC12}" dt="2026-07-28T11:44:25.570" v="2191" actId="1076"/>
          <ac:grpSpMkLst>
            <pc:docMk/>
            <pc:sldMk cId="4251060893" sldId="256"/>
            <ac:grpSpMk id="24" creationId="{66B40124-6928-8F1F-DCB4-2C56E4D54AEA}"/>
          </ac:grpSpMkLst>
        </pc:grpChg>
        <pc:grpChg chg="del">
          <ac:chgData name="Lena Dany" userId="bca3904a55d1ea39" providerId="LiveId" clId="{7E06D7A5-C7ED-4325-93E2-B3C97993FC12}" dt="2026-07-28T09:50:29.074" v="1602" actId="165"/>
          <ac:grpSpMkLst>
            <pc:docMk/>
            <pc:sldMk cId="4251060893" sldId="256"/>
            <ac:grpSpMk id="40" creationId="{2836CBEC-5DAD-CE59-FD52-165742103728}"/>
          </ac:grpSpMkLst>
        </pc:grpChg>
        <pc:grpChg chg="del mod">
          <ac:chgData name="Lena Dany" userId="bca3904a55d1ea39" providerId="LiveId" clId="{7E06D7A5-C7ED-4325-93E2-B3C97993FC12}" dt="2026-07-28T09:49:25.377" v="1593" actId="165"/>
          <ac:grpSpMkLst>
            <pc:docMk/>
            <pc:sldMk cId="4251060893" sldId="256"/>
            <ac:grpSpMk id="41" creationId="{DDA668C4-E8AE-0370-0DAA-A9EF3D6AFA35}"/>
          </ac:grpSpMkLst>
        </pc:grpChg>
        <pc:grpChg chg="del">
          <ac:chgData name="Lena Dany" userId="bca3904a55d1ea39" providerId="LiveId" clId="{7E06D7A5-C7ED-4325-93E2-B3C97993FC12}" dt="2026-07-28T11:19:01.421" v="1917" actId="21"/>
          <ac:grpSpMkLst>
            <pc:docMk/>
            <pc:sldMk cId="4251060893" sldId="256"/>
            <ac:grpSpMk id="54" creationId="{2CC2E67E-6E16-077E-6869-4F0873A8E08E}"/>
          </ac:grpSpMkLst>
        </pc:grpChg>
        <pc:grpChg chg="add mod">
          <ac:chgData name="Lena Dany" userId="bca3904a55d1ea39" providerId="LiveId" clId="{7E06D7A5-C7ED-4325-93E2-B3C97993FC12}" dt="2026-07-28T13:05:02.198" v="2349" actId="164"/>
          <ac:grpSpMkLst>
            <pc:docMk/>
            <pc:sldMk cId="4251060893" sldId="256"/>
            <ac:grpSpMk id="62" creationId="{824CCD48-F762-0834-C245-DCBA31970ABF}"/>
          </ac:grpSpMkLst>
        </pc:grpChg>
        <pc:grpChg chg="add mod">
          <ac:chgData name="Lena Dany" userId="bca3904a55d1ea39" providerId="LiveId" clId="{7E06D7A5-C7ED-4325-93E2-B3C97993FC12}" dt="2026-07-28T13:01:45.318" v="2348" actId="164"/>
          <ac:grpSpMkLst>
            <pc:docMk/>
            <pc:sldMk cId="4251060893" sldId="256"/>
            <ac:grpSpMk id="67" creationId="{54355E6C-93A1-1EFA-64C3-D3DBB007A49D}"/>
          </ac:grpSpMkLst>
        </pc:grpChg>
        <pc:grpChg chg="add mod">
          <ac:chgData name="Lena Dany" userId="bca3904a55d1ea39" providerId="LiveId" clId="{7E06D7A5-C7ED-4325-93E2-B3C97993FC12}" dt="2026-07-28T13:05:02.198" v="2349" actId="164"/>
          <ac:grpSpMkLst>
            <pc:docMk/>
            <pc:sldMk cId="4251060893" sldId="256"/>
            <ac:grpSpMk id="68" creationId="{21FF0B32-3F08-7590-9B37-35F54086E52E}"/>
          </ac:grpSpMkLst>
        </pc:grpChg>
        <pc:grpChg chg="del">
          <ac:chgData name="Lena Dany" userId="bca3904a55d1ea39" providerId="LiveId" clId="{7E06D7A5-C7ED-4325-93E2-B3C97993FC12}" dt="2026-07-28T11:31:20.600" v="2058" actId="21"/>
          <ac:grpSpMkLst>
            <pc:docMk/>
            <pc:sldMk cId="4251060893" sldId="256"/>
            <ac:grpSpMk id="126" creationId="{8680B4E7-C0B9-76C8-3080-9E2F9B100B0C}"/>
          </ac:grpSpMkLst>
        </pc:grpChg>
        <pc:grpChg chg="del">
          <ac:chgData name="Lena Dany" userId="bca3904a55d1ea39" providerId="LiveId" clId="{7E06D7A5-C7ED-4325-93E2-B3C97993FC12}" dt="2026-07-28T11:39:10.486" v="2109" actId="21"/>
          <ac:grpSpMkLst>
            <pc:docMk/>
            <pc:sldMk cId="4251060893" sldId="256"/>
            <ac:grpSpMk id="133" creationId="{D1CA8B80-B22B-6CEE-D458-187E262F8194}"/>
          </ac:grpSpMkLst>
        </pc:grpChg>
        <pc:grpChg chg="mod">
          <ac:chgData name="Lena Dany" userId="bca3904a55d1ea39" providerId="LiveId" clId="{7E06D7A5-C7ED-4325-93E2-B3C97993FC12}" dt="2026-07-28T11:34:39.906" v="2097" actId="14100"/>
          <ac:grpSpMkLst>
            <pc:docMk/>
            <pc:sldMk cId="4251060893" sldId="256"/>
            <ac:grpSpMk id="134" creationId="{88724762-C0C8-D838-F022-2DF06509E20C}"/>
          </ac:grpSpMkLst>
        </pc:grpChg>
        <pc:graphicFrameChg chg="add mod modGraphic">
          <ac:chgData name="Lena Dany" userId="bca3904a55d1ea39" providerId="LiveId" clId="{7E06D7A5-C7ED-4325-93E2-B3C97993FC12}" dt="2026-07-28T13:29:49.448" v="2386" actId="20577"/>
          <ac:graphicFrameMkLst>
            <pc:docMk/>
            <pc:sldMk cId="4251060893" sldId="256"/>
            <ac:graphicFrameMk id="26" creationId="{EBDE7519-DA2B-EB3F-A8EC-FD46790EE4FF}"/>
          </ac:graphicFrameMkLst>
        </pc:graphicFrameChg>
        <pc:graphicFrameChg chg="mod topLvl modGraphic">
          <ac:chgData name="Lena Dany" userId="bca3904a55d1ea39" providerId="LiveId" clId="{7E06D7A5-C7ED-4325-93E2-B3C97993FC12}" dt="2026-07-28T12:19:30.348" v="2343" actId="338"/>
          <ac:graphicFrameMkLst>
            <pc:docMk/>
            <pc:sldMk cId="4251060893" sldId="256"/>
            <ac:graphicFrameMk id="37" creationId="{4007457A-DA9A-F055-C04B-516887E2B27F}"/>
          </ac:graphicFrameMkLst>
        </pc:graphicFrameChg>
        <pc:graphicFrameChg chg="del">
          <ac:chgData name="Lena Dany" userId="bca3904a55d1ea39" providerId="LiveId" clId="{7E06D7A5-C7ED-4325-93E2-B3C97993FC12}" dt="2026-07-28T11:28:16.771" v="2005" actId="21"/>
          <ac:graphicFrameMkLst>
            <pc:docMk/>
            <pc:sldMk cId="4251060893" sldId="256"/>
            <ac:graphicFrameMk id="72" creationId="{7BEC163B-8734-846D-1DE7-7AC4F1796B92}"/>
          </ac:graphicFrameMkLst>
        </pc:graphicFrameChg>
        <pc:picChg chg="del">
          <ac:chgData name="Lena Dany" userId="bca3904a55d1ea39" providerId="LiveId" clId="{7E06D7A5-C7ED-4325-93E2-B3C97993FC12}" dt="2026-07-28T11:08:15.947" v="1878" actId="21"/>
          <ac:picMkLst>
            <pc:docMk/>
            <pc:sldMk cId="4251060893" sldId="256"/>
            <ac:picMk id="5" creationId="{10280987-0EBB-EF3F-470D-E1D00BF956B2}"/>
          </ac:picMkLst>
        </pc:picChg>
        <pc:picChg chg="add mod ord">
          <ac:chgData name="Lena Dany" userId="bca3904a55d1ea39" providerId="LiveId" clId="{7E06D7A5-C7ED-4325-93E2-B3C97993FC12}" dt="2026-07-28T13:13:15.761" v="2351" actId="1076"/>
          <ac:picMkLst>
            <pc:docMk/>
            <pc:sldMk cId="4251060893" sldId="256"/>
            <ac:picMk id="7" creationId="{5EF32CA2-C22D-2C66-E19C-66EA4AAB4EF8}"/>
          </ac:picMkLst>
        </pc:picChg>
        <pc:picChg chg="add del mod topLvl">
          <ac:chgData name="Lena Dany" userId="bca3904a55d1ea39" providerId="LiveId" clId="{7E06D7A5-C7ED-4325-93E2-B3C97993FC12}" dt="2026-07-28T09:50:47.362" v="1607" actId="21"/>
          <ac:picMkLst>
            <pc:docMk/>
            <pc:sldMk cId="4251060893" sldId="256"/>
            <ac:picMk id="16" creationId="{A7031420-6957-2A93-E003-56C46ADDAF26}"/>
          </ac:picMkLst>
        </pc:picChg>
        <pc:picChg chg="add del mod topLvl">
          <ac:chgData name="Lena Dany" userId="bca3904a55d1ea39" providerId="LiveId" clId="{7E06D7A5-C7ED-4325-93E2-B3C97993FC12}" dt="2026-07-28T09:50:41.146" v="1605" actId="21"/>
          <ac:picMkLst>
            <pc:docMk/>
            <pc:sldMk cId="4251060893" sldId="256"/>
            <ac:picMk id="18" creationId="{0195872F-CDB7-24A5-7605-6A2CC1F14A34}"/>
          </ac:picMkLst>
        </pc:picChg>
        <pc:picChg chg="add mod modCrop">
          <ac:chgData name="Lena Dany" userId="bca3904a55d1ea39" providerId="LiveId" clId="{7E06D7A5-C7ED-4325-93E2-B3C97993FC12}" dt="2026-07-28T11:27:01.561" v="2002" actId="732"/>
          <ac:picMkLst>
            <pc:docMk/>
            <pc:sldMk cId="4251060893" sldId="256"/>
            <ac:picMk id="19" creationId="{A851DF91-5BCC-4713-C14E-4BB5F348A4A4}"/>
          </ac:picMkLst>
        </pc:picChg>
        <pc:picChg chg="add del mod topLvl">
          <ac:chgData name="Lena Dany" userId="bca3904a55d1ea39" providerId="LiveId" clId="{7E06D7A5-C7ED-4325-93E2-B3C97993FC12}" dt="2026-07-28T09:50:44.350" v="1606" actId="21"/>
          <ac:picMkLst>
            <pc:docMk/>
            <pc:sldMk cId="4251060893" sldId="256"/>
            <ac:picMk id="20" creationId="{415F70D7-BAC7-462F-1B6A-2CBCCD2D6331}"/>
          </ac:picMkLst>
        </pc:picChg>
        <pc:picChg chg="mod topLvl">
          <ac:chgData name="Lena Dany" userId="bca3904a55d1ea39" providerId="LiveId" clId="{7E06D7A5-C7ED-4325-93E2-B3C97993FC12}" dt="2026-07-28T11:32:09.554" v="2067" actId="164"/>
          <ac:picMkLst>
            <pc:docMk/>
            <pc:sldMk cId="4251060893" sldId="256"/>
            <ac:picMk id="25" creationId="{F304E7A0-64B9-F5BC-986E-361D738552AE}"/>
          </ac:picMkLst>
        </pc:picChg>
        <pc:picChg chg="del mod">
          <ac:chgData name="Lena Dany" userId="bca3904a55d1ea39" providerId="LiveId" clId="{7E06D7A5-C7ED-4325-93E2-B3C97993FC12}" dt="2026-07-28T11:28:24.477" v="2006" actId="21"/>
          <ac:picMkLst>
            <pc:docMk/>
            <pc:sldMk cId="4251060893" sldId="256"/>
            <ac:picMk id="44" creationId="{FCAFB984-29B8-71BE-B11C-823EBE643861}"/>
          </ac:picMkLst>
        </pc:picChg>
        <pc:picChg chg="del">
          <ac:chgData name="Lena Dany" userId="bca3904a55d1ea39" providerId="LiveId" clId="{7E06D7A5-C7ED-4325-93E2-B3C97993FC12}" dt="2026-07-28T09:49:35.161" v="1594" actId="21"/>
          <ac:picMkLst>
            <pc:docMk/>
            <pc:sldMk cId="4251060893" sldId="256"/>
            <ac:picMk id="57" creationId="{A692D929-7C08-44D2-57F8-D5DC48987E46}"/>
          </ac:picMkLst>
        </pc:picChg>
        <pc:picChg chg="del">
          <ac:chgData name="Lena Dany" userId="bca3904a55d1ea39" providerId="LiveId" clId="{7E06D7A5-C7ED-4325-93E2-B3C97993FC12}" dt="2026-07-28T09:49:39.785" v="1595" actId="21"/>
          <ac:picMkLst>
            <pc:docMk/>
            <pc:sldMk cId="4251060893" sldId="256"/>
            <ac:picMk id="59" creationId="{6005DF90-DC74-EC6A-2AC3-62B6F5123274}"/>
          </ac:picMkLst>
        </pc:picChg>
        <pc:picChg chg="del">
          <ac:chgData name="Lena Dany" userId="bca3904a55d1ea39" providerId="LiveId" clId="{7E06D7A5-C7ED-4325-93E2-B3C97993FC12}" dt="2026-07-28T09:49:45.769" v="1596" actId="21"/>
          <ac:picMkLst>
            <pc:docMk/>
            <pc:sldMk cId="4251060893" sldId="256"/>
            <ac:picMk id="61" creationId="{0845D980-A8B7-EF61-257D-CAB73A09B11C}"/>
          </ac:picMkLst>
        </pc:picChg>
        <pc:picChg chg="del">
          <ac:chgData name="Lena Dany" userId="bca3904a55d1ea39" providerId="LiveId" clId="{7E06D7A5-C7ED-4325-93E2-B3C97993FC12}" dt="2026-07-28T09:49:50.196" v="1597" actId="21"/>
          <ac:picMkLst>
            <pc:docMk/>
            <pc:sldMk cId="4251060893" sldId="256"/>
            <ac:picMk id="63" creationId="{A9254F4C-B25E-B55F-5721-D3936A75CCC6}"/>
          </ac:picMkLst>
        </pc:picChg>
        <pc:picChg chg="del">
          <ac:chgData name="Lena Dany" userId="bca3904a55d1ea39" providerId="LiveId" clId="{7E06D7A5-C7ED-4325-93E2-B3C97993FC12}" dt="2026-07-28T09:49:55.591" v="1598" actId="21"/>
          <ac:picMkLst>
            <pc:docMk/>
            <pc:sldMk cId="4251060893" sldId="256"/>
            <ac:picMk id="65" creationId="{E064C2AE-E0E9-E2B7-B63E-0CF9D9D01D3A}"/>
          </ac:picMkLst>
        </pc:picChg>
        <pc:picChg chg="del">
          <ac:chgData name="Lena Dany" userId="bca3904a55d1ea39" providerId="LiveId" clId="{7E06D7A5-C7ED-4325-93E2-B3C97993FC12}" dt="2026-07-28T09:49:59.831" v="1599" actId="21"/>
          <ac:picMkLst>
            <pc:docMk/>
            <pc:sldMk cId="4251060893" sldId="256"/>
            <ac:picMk id="69" creationId="{3C35E89C-111C-79AA-0B9F-490540A72C4A}"/>
          </ac:picMkLst>
        </pc:picChg>
        <pc:picChg chg="del">
          <ac:chgData name="Lena Dany" userId="bca3904a55d1ea39" providerId="LiveId" clId="{7E06D7A5-C7ED-4325-93E2-B3C97993FC12}" dt="2026-07-28T11:42:36.414" v="2159" actId="21"/>
          <ac:picMkLst>
            <pc:docMk/>
            <pc:sldMk cId="4251060893" sldId="256"/>
            <ac:picMk id="99" creationId="{0A127EF1-7303-2CBB-DAD8-7E3832A870E0}"/>
          </ac:picMkLst>
        </pc:picChg>
        <pc:picChg chg="del">
          <ac:chgData name="Lena Dany" userId="bca3904a55d1ea39" providerId="LiveId" clId="{7E06D7A5-C7ED-4325-93E2-B3C97993FC12}" dt="2026-07-28T11:42:33.523" v="2158" actId="21"/>
          <ac:picMkLst>
            <pc:docMk/>
            <pc:sldMk cId="4251060893" sldId="256"/>
            <ac:picMk id="101" creationId="{CA28EBB8-2EE0-2A21-DCDD-F57FDAD48A30}"/>
          </ac:picMkLst>
        </pc:picChg>
        <pc:picChg chg="del">
          <ac:chgData name="Lena Dany" userId="bca3904a55d1ea39" providerId="LiveId" clId="{7E06D7A5-C7ED-4325-93E2-B3C97993FC12}" dt="2026-07-28T11:42:39.676" v="2160" actId="21"/>
          <ac:picMkLst>
            <pc:docMk/>
            <pc:sldMk cId="4251060893" sldId="256"/>
            <ac:picMk id="107" creationId="{90D14C26-AD29-CC7E-8649-D3E1DBDF55B5}"/>
          </ac:picMkLst>
        </pc:picChg>
        <pc:picChg chg="del mod topLvl">
          <ac:chgData name="Lena Dany" userId="bca3904a55d1ea39" providerId="LiveId" clId="{7E06D7A5-C7ED-4325-93E2-B3C97993FC12}" dt="2026-07-28T11:43:53.745" v="2188" actId="21"/>
          <ac:picMkLst>
            <pc:docMk/>
            <pc:sldMk cId="4251060893" sldId="256"/>
            <ac:picMk id="139" creationId="{47F1EFD0-8062-A495-1FE5-45B8B8E1723A}"/>
          </ac:picMkLst>
        </pc:picChg>
        <pc:picChg chg="del mod">
          <ac:chgData name="Lena Dany" userId="bca3904a55d1ea39" providerId="LiveId" clId="{7E06D7A5-C7ED-4325-93E2-B3C97993FC12}" dt="2026-07-28T11:44:00.529" v="2189" actId="21"/>
          <ac:picMkLst>
            <pc:docMk/>
            <pc:sldMk cId="4251060893" sldId="256"/>
            <ac:picMk id="146" creationId="{1FB83AEB-0454-0043-332D-C1AC5E939F04}"/>
          </ac:picMkLst>
        </pc:picChg>
        <pc:picChg chg="add del mod">
          <ac:chgData name="Lena Dany" userId="bca3904a55d1ea39" providerId="LiveId" clId="{7E06D7A5-C7ED-4325-93E2-B3C97993FC12}" dt="2026-07-28T11:39:14.802" v="2116" actId="21"/>
          <ac:picMkLst>
            <pc:docMk/>
            <pc:sldMk cId="4251060893" sldId="256"/>
            <ac:picMk id="156" creationId="{494FBCA3-9ACB-A3AC-1D72-490BDA7B0FFF}"/>
          </ac:picMkLst>
        </pc:picChg>
      </pc:sldChg>
      <pc:sldChg chg="modSp new del">
        <pc:chgData name="Lena Dany" userId="bca3904a55d1ea39" providerId="LiveId" clId="{7E06D7A5-C7ED-4325-93E2-B3C97993FC12}" dt="2026-07-28T13:30:00.427" v="2387" actId="2696"/>
        <pc:sldMkLst>
          <pc:docMk/>
          <pc:sldMk cId="3263308466" sldId="257"/>
        </pc:sldMkLst>
        <pc:spChg chg="mod">
          <ac:chgData name="Lena Dany" userId="bca3904a55d1ea39" providerId="LiveId" clId="{7E06D7A5-C7ED-4325-93E2-B3C97993FC12}" dt="2026-07-28T12:20:50.749" v="2347"/>
          <ac:spMkLst>
            <pc:docMk/>
            <pc:sldMk cId="3263308466" sldId="257"/>
            <ac:spMk id="2" creationId="{FF94338C-FBA4-E384-6569-387C82E67EEB}"/>
          </ac:spMkLst>
        </pc:spChg>
        <pc:spChg chg="mod">
          <ac:chgData name="Lena Dany" userId="bca3904a55d1ea39" providerId="LiveId" clId="{7E06D7A5-C7ED-4325-93E2-B3C97993FC12}" dt="2026-07-28T12:20:50.749" v="2347"/>
          <ac:spMkLst>
            <pc:docMk/>
            <pc:sldMk cId="3263308466" sldId="257"/>
            <ac:spMk id="3" creationId="{58FDA021-3431-B1E2-53F1-C2A230F90EA1}"/>
          </ac:spMkLst>
        </pc:spChg>
      </pc:sldChg>
      <pc:sldMasterChg chg="modSp modSldLayout">
        <pc:chgData name="Lena Dany" userId="bca3904a55d1ea39" providerId="LiveId" clId="{7E06D7A5-C7ED-4325-93E2-B3C97993FC12}" dt="2026-07-28T12:20:50.749" v="2347"/>
        <pc:sldMasterMkLst>
          <pc:docMk/>
          <pc:sldMasterMk cId="2429568504" sldId="2147483660"/>
        </pc:sldMasterMkLst>
        <pc:spChg chg="mod">
          <ac:chgData name="Lena Dany" userId="bca3904a55d1ea39" providerId="LiveId" clId="{7E06D7A5-C7ED-4325-93E2-B3C97993FC12}" dt="2026-07-28T12:20:50.749" v="2347"/>
          <ac:spMkLst>
            <pc:docMk/>
            <pc:sldMasterMk cId="2429568504" sldId="2147483660"/>
            <ac:spMk id="2" creationId="{00000000-0000-0000-0000-000000000000}"/>
          </ac:spMkLst>
        </pc:spChg>
        <pc:spChg chg="mod">
          <ac:chgData name="Lena Dany" userId="bca3904a55d1ea39" providerId="LiveId" clId="{7E06D7A5-C7ED-4325-93E2-B3C97993FC12}" dt="2026-07-28T12:20:50.749" v="2347"/>
          <ac:spMkLst>
            <pc:docMk/>
            <pc:sldMasterMk cId="2429568504" sldId="2147483660"/>
            <ac:spMk id="3" creationId="{00000000-0000-0000-0000-000000000000}"/>
          </ac:spMkLst>
        </pc:spChg>
        <pc:spChg chg="mod">
          <ac:chgData name="Lena Dany" userId="bca3904a55d1ea39" providerId="LiveId" clId="{7E06D7A5-C7ED-4325-93E2-B3C97993FC12}" dt="2026-07-28T12:20:50.749" v="2347"/>
          <ac:spMkLst>
            <pc:docMk/>
            <pc:sldMasterMk cId="2429568504" sldId="2147483660"/>
            <ac:spMk id="4" creationId="{00000000-0000-0000-0000-000000000000}"/>
          </ac:spMkLst>
        </pc:spChg>
        <pc:spChg chg="mod">
          <ac:chgData name="Lena Dany" userId="bca3904a55d1ea39" providerId="LiveId" clId="{7E06D7A5-C7ED-4325-93E2-B3C97993FC12}" dt="2026-07-28T12:20:50.749" v="2347"/>
          <ac:spMkLst>
            <pc:docMk/>
            <pc:sldMasterMk cId="2429568504" sldId="2147483660"/>
            <ac:spMk id="5" creationId="{00000000-0000-0000-0000-000000000000}"/>
          </ac:spMkLst>
        </pc:spChg>
        <pc:spChg chg="mod">
          <ac:chgData name="Lena Dany" userId="bca3904a55d1ea39" providerId="LiveId" clId="{7E06D7A5-C7ED-4325-93E2-B3C97993FC12}" dt="2026-07-28T12:20:50.749" v="2347"/>
          <ac:spMkLst>
            <pc:docMk/>
            <pc:sldMasterMk cId="2429568504" sldId="2147483660"/>
            <ac:spMk id="6" creationId="{00000000-0000-0000-0000-000000000000}"/>
          </ac:spMkLst>
        </pc:spChg>
        <pc:sldLayoutChg chg="modSp">
          <pc:chgData name="Lena Dany" userId="bca3904a55d1ea39" providerId="LiveId" clId="{7E06D7A5-C7ED-4325-93E2-B3C97993FC12}" dt="2026-07-28T12:20:50.749" v="2347"/>
          <pc:sldLayoutMkLst>
            <pc:docMk/>
            <pc:sldMasterMk cId="2429568504" sldId="2147483660"/>
            <pc:sldLayoutMk cId="846028090" sldId="2147483661"/>
          </pc:sldLayoutMkLst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846028090" sldId="2147483661"/>
              <ac:spMk id="2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846028090" sldId="2147483661"/>
              <ac:spMk id="3" creationId="{00000000-0000-0000-0000-000000000000}"/>
            </ac:spMkLst>
          </pc:spChg>
        </pc:sldLayoutChg>
        <pc:sldLayoutChg chg="modSp">
          <pc:chgData name="Lena Dany" userId="bca3904a55d1ea39" providerId="LiveId" clId="{7E06D7A5-C7ED-4325-93E2-B3C97993FC12}" dt="2026-07-28T12:20:50.749" v="2347"/>
          <pc:sldLayoutMkLst>
            <pc:docMk/>
            <pc:sldMasterMk cId="2429568504" sldId="2147483660"/>
            <pc:sldLayoutMk cId="2266671490" sldId="2147483663"/>
          </pc:sldLayoutMkLst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2266671490" sldId="2147483663"/>
              <ac:spMk id="2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2266671490" sldId="2147483663"/>
              <ac:spMk id="3" creationId="{00000000-0000-0000-0000-000000000000}"/>
            </ac:spMkLst>
          </pc:spChg>
        </pc:sldLayoutChg>
        <pc:sldLayoutChg chg="modSp">
          <pc:chgData name="Lena Dany" userId="bca3904a55d1ea39" providerId="LiveId" clId="{7E06D7A5-C7ED-4325-93E2-B3C97993FC12}" dt="2026-07-28T12:20:50.749" v="2347"/>
          <pc:sldLayoutMkLst>
            <pc:docMk/>
            <pc:sldMasterMk cId="2429568504" sldId="2147483660"/>
            <pc:sldLayoutMk cId="385178225" sldId="2147483664"/>
          </pc:sldLayoutMkLst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385178225" sldId="2147483664"/>
              <ac:spMk id="3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385178225" sldId="2147483664"/>
              <ac:spMk id="4" creationId="{00000000-0000-0000-0000-000000000000}"/>
            </ac:spMkLst>
          </pc:spChg>
        </pc:sldLayoutChg>
        <pc:sldLayoutChg chg="modSp">
          <pc:chgData name="Lena Dany" userId="bca3904a55d1ea39" providerId="LiveId" clId="{7E06D7A5-C7ED-4325-93E2-B3C97993FC12}" dt="2026-07-28T12:20:50.749" v="2347"/>
          <pc:sldLayoutMkLst>
            <pc:docMk/>
            <pc:sldMasterMk cId="2429568504" sldId="2147483660"/>
            <pc:sldLayoutMk cId="735850592" sldId="2147483665"/>
          </pc:sldLayoutMkLst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735850592" sldId="2147483665"/>
              <ac:spMk id="2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735850592" sldId="2147483665"/>
              <ac:spMk id="3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735850592" sldId="2147483665"/>
              <ac:spMk id="4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735850592" sldId="2147483665"/>
              <ac:spMk id="5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735850592" sldId="2147483665"/>
              <ac:spMk id="6" creationId="{00000000-0000-0000-0000-000000000000}"/>
            </ac:spMkLst>
          </pc:spChg>
        </pc:sldLayoutChg>
        <pc:sldLayoutChg chg="modSp">
          <pc:chgData name="Lena Dany" userId="bca3904a55d1ea39" providerId="LiveId" clId="{7E06D7A5-C7ED-4325-93E2-B3C97993FC12}" dt="2026-07-28T12:20:50.749" v="2347"/>
          <pc:sldLayoutMkLst>
            <pc:docMk/>
            <pc:sldMasterMk cId="2429568504" sldId="2147483660"/>
            <pc:sldLayoutMk cId="2021698526" sldId="2147483668"/>
          </pc:sldLayoutMkLst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2021698526" sldId="2147483668"/>
              <ac:spMk id="2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2021698526" sldId="2147483668"/>
              <ac:spMk id="3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2021698526" sldId="2147483668"/>
              <ac:spMk id="4" creationId="{00000000-0000-0000-0000-000000000000}"/>
            </ac:spMkLst>
          </pc:spChg>
        </pc:sldLayoutChg>
        <pc:sldLayoutChg chg="modSp">
          <pc:chgData name="Lena Dany" userId="bca3904a55d1ea39" providerId="LiveId" clId="{7E06D7A5-C7ED-4325-93E2-B3C97993FC12}" dt="2026-07-28T12:20:50.749" v="2347"/>
          <pc:sldLayoutMkLst>
            <pc:docMk/>
            <pc:sldMasterMk cId="2429568504" sldId="2147483660"/>
            <pc:sldLayoutMk cId="2104345239" sldId="2147483669"/>
          </pc:sldLayoutMkLst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2104345239" sldId="2147483669"/>
              <ac:spMk id="2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2104345239" sldId="2147483669"/>
              <ac:spMk id="3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2104345239" sldId="2147483669"/>
              <ac:spMk id="4" creationId="{00000000-0000-0000-0000-000000000000}"/>
            </ac:spMkLst>
          </pc:spChg>
        </pc:sldLayoutChg>
        <pc:sldLayoutChg chg="modSp">
          <pc:chgData name="Lena Dany" userId="bca3904a55d1ea39" providerId="LiveId" clId="{7E06D7A5-C7ED-4325-93E2-B3C97993FC12}" dt="2026-07-28T12:20:50.749" v="2347"/>
          <pc:sldLayoutMkLst>
            <pc:docMk/>
            <pc:sldMasterMk cId="2429568504" sldId="2147483660"/>
            <pc:sldLayoutMk cId="379875424" sldId="2147483671"/>
          </pc:sldLayoutMkLst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379875424" sldId="2147483671"/>
              <ac:spMk id="2" creationId="{00000000-0000-0000-0000-000000000000}"/>
            </ac:spMkLst>
          </pc:spChg>
          <pc:spChg chg="mod">
            <ac:chgData name="Lena Dany" userId="bca3904a55d1ea39" providerId="LiveId" clId="{7E06D7A5-C7ED-4325-93E2-B3C97993FC12}" dt="2026-07-28T12:20:50.749" v="2347"/>
            <ac:spMkLst>
              <pc:docMk/>
              <pc:sldMasterMk cId="2429568504" sldId="2147483660"/>
              <pc:sldLayoutMk cId="379875424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75F310-69C5-43A8-8242-873DF6D16603}" type="doc">
      <dgm:prSet loTypeId="urn:microsoft.com/office/officeart/2024/layout/BulletTimeline" loCatId="timelin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E5516CE-2073-4657-A3F7-DD19ADD67834}">
      <dgm:prSet phldrT="[Text]" phldr="0" custT="1"/>
      <dgm:spPr/>
      <dgm:t>
        <a:bodyPr/>
        <a:lstStyle/>
        <a:p>
          <a:pPr>
            <a:defRPr b="1"/>
          </a:pPr>
          <a:r>
            <a:rPr lang="de-DE" sz="3200" dirty="0">
              <a:solidFill>
                <a:schemeClr val="accent1">
                  <a:lumMod val="50000"/>
                </a:schemeClr>
              </a:solidFill>
            </a:rPr>
            <a:t>1.</a:t>
          </a:r>
        </a:p>
      </dgm:t>
    </dgm:pt>
    <dgm:pt modelId="{B010B5E5-1693-4283-B62D-62344475819C}" type="parTrans" cxnId="{92530892-29E2-485F-831D-3AF0F756125C}">
      <dgm:prSet/>
      <dgm:spPr/>
      <dgm:t>
        <a:bodyPr/>
        <a:lstStyle/>
        <a:p>
          <a:endParaRPr lang="de-DE"/>
        </a:p>
      </dgm:t>
    </dgm:pt>
    <dgm:pt modelId="{7EF24D4E-4763-46BA-B9C5-ABCB90BF4AFD}" type="sibTrans" cxnId="{92530892-29E2-485F-831D-3AF0F756125C}">
      <dgm:prSet/>
      <dgm:spPr/>
      <dgm:t>
        <a:bodyPr/>
        <a:lstStyle/>
        <a:p>
          <a:endParaRPr lang="de-DE"/>
        </a:p>
      </dgm:t>
    </dgm:pt>
    <dgm:pt modelId="{37174248-1625-4979-953D-5B9F986A71F2}">
      <dgm:prSet phldrT="[Text]" phldr="0" custT="1"/>
      <dgm:spPr/>
      <dgm:t>
        <a:bodyPr/>
        <a:lstStyle/>
        <a:p>
          <a:r>
            <a:rPr lang="de-DE" sz="2800" dirty="0"/>
            <a:t>Erläuterung</a:t>
          </a:r>
        </a:p>
      </dgm:t>
    </dgm:pt>
    <dgm:pt modelId="{731E12F4-C08D-4932-AA5E-B66B7A0AE12F}" type="parTrans" cxnId="{73E14F76-CF36-4FE9-A3F2-34C5443AC71E}">
      <dgm:prSet/>
      <dgm:spPr/>
      <dgm:t>
        <a:bodyPr/>
        <a:lstStyle/>
        <a:p>
          <a:endParaRPr lang="de-DE"/>
        </a:p>
      </dgm:t>
    </dgm:pt>
    <dgm:pt modelId="{D909E7F2-512B-42EE-A64A-69AA8B6BD029}" type="sibTrans" cxnId="{73E14F76-CF36-4FE9-A3F2-34C5443AC71E}">
      <dgm:prSet/>
      <dgm:spPr/>
      <dgm:t>
        <a:bodyPr/>
        <a:lstStyle/>
        <a:p>
          <a:endParaRPr lang="de-DE"/>
        </a:p>
      </dgm:t>
    </dgm:pt>
    <dgm:pt modelId="{95587F93-A126-4916-A779-8AB74522C58A}">
      <dgm:prSet phldrT="[Text]" phldr="0" custT="1"/>
      <dgm:spPr/>
      <dgm:t>
        <a:bodyPr/>
        <a:lstStyle/>
        <a:p>
          <a:pPr>
            <a:defRPr b="1"/>
          </a:pPr>
          <a:r>
            <a:rPr lang="de-DE" sz="3200" dirty="0">
              <a:solidFill>
                <a:schemeClr val="accent1">
                  <a:lumMod val="50000"/>
                </a:schemeClr>
              </a:solidFill>
            </a:rPr>
            <a:t>3.</a:t>
          </a:r>
        </a:p>
      </dgm:t>
    </dgm:pt>
    <dgm:pt modelId="{83A63EB6-16D9-46F1-BFFF-6B229D7319D3}" type="parTrans" cxnId="{7C465B5D-C661-4BE7-84A0-E0C3BE26B362}">
      <dgm:prSet/>
      <dgm:spPr/>
      <dgm:t>
        <a:bodyPr/>
        <a:lstStyle/>
        <a:p>
          <a:endParaRPr lang="de-DE"/>
        </a:p>
      </dgm:t>
    </dgm:pt>
    <dgm:pt modelId="{61CB137A-7CF9-4076-9BF5-92FC333BB980}" type="sibTrans" cxnId="{7C465B5D-C661-4BE7-84A0-E0C3BE26B362}">
      <dgm:prSet/>
      <dgm:spPr/>
      <dgm:t>
        <a:bodyPr/>
        <a:lstStyle/>
        <a:p>
          <a:endParaRPr lang="de-DE"/>
        </a:p>
      </dgm:t>
    </dgm:pt>
    <dgm:pt modelId="{D2B4750C-8B34-453A-AA2C-B15A9C7F6068}">
      <dgm:prSet phldrT="[Text]" phldr="0" custT="1"/>
      <dgm:spPr/>
      <dgm:t>
        <a:bodyPr/>
        <a:lstStyle/>
        <a:p>
          <a:pPr>
            <a:defRPr b="1"/>
          </a:pPr>
          <a:r>
            <a:rPr lang="de-DE" sz="3200" dirty="0">
              <a:solidFill>
                <a:schemeClr val="accent1">
                  <a:lumMod val="50000"/>
                </a:schemeClr>
              </a:solidFill>
            </a:rPr>
            <a:t>4. </a:t>
          </a:r>
        </a:p>
      </dgm:t>
    </dgm:pt>
    <dgm:pt modelId="{86766768-262D-4D2E-B09E-9B962E48DD9F}" type="parTrans" cxnId="{FD1A8653-7927-4BB8-A7C7-5F76E7EB7BE8}">
      <dgm:prSet/>
      <dgm:spPr/>
      <dgm:t>
        <a:bodyPr/>
        <a:lstStyle/>
        <a:p>
          <a:endParaRPr lang="de-DE"/>
        </a:p>
      </dgm:t>
    </dgm:pt>
    <dgm:pt modelId="{514DDA6E-2EBA-4B8D-8999-2C6DF737D2D6}" type="sibTrans" cxnId="{FD1A8653-7927-4BB8-A7C7-5F76E7EB7BE8}">
      <dgm:prSet/>
      <dgm:spPr/>
      <dgm:t>
        <a:bodyPr/>
        <a:lstStyle/>
        <a:p>
          <a:endParaRPr lang="de-DE"/>
        </a:p>
      </dgm:t>
    </dgm:pt>
    <dgm:pt modelId="{D0EBA96D-1599-4D08-98DD-8AF7F8E928AD}">
      <dgm:prSet phldrT="[Text]" phldr="0" custT="1"/>
      <dgm:spPr/>
      <dgm:t>
        <a:bodyPr/>
        <a:lstStyle/>
        <a:p>
          <a:pPr>
            <a:defRPr b="1"/>
          </a:pPr>
          <a:r>
            <a:rPr lang="de-DE" sz="3200" dirty="0">
              <a:solidFill>
                <a:schemeClr val="accent1">
                  <a:lumMod val="50000"/>
                </a:schemeClr>
              </a:solidFill>
            </a:rPr>
            <a:t>2.</a:t>
          </a:r>
        </a:p>
      </dgm:t>
    </dgm:pt>
    <dgm:pt modelId="{B8B2745E-4AAE-4A65-BBA2-F344C081935A}" type="parTrans" cxnId="{85A75390-EE50-4056-8EDB-FDDA566CC076}">
      <dgm:prSet/>
      <dgm:spPr/>
      <dgm:t>
        <a:bodyPr/>
        <a:lstStyle/>
        <a:p>
          <a:endParaRPr lang="de-DE"/>
        </a:p>
      </dgm:t>
    </dgm:pt>
    <dgm:pt modelId="{93629360-3855-4CC3-8DF8-EE17A5AE2BF6}" type="sibTrans" cxnId="{85A75390-EE50-4056-8EDB-FDDA566CC076}">
      <dgm:prSet/>
      <dgm:spPr/>
      <dgm:t>
        <a:bodyPr/>
        <a:lstStyle/>
        <a:p>
          <a:endParaRPr lang="de-DE"/>
        </a:p>
      </dgm:t>
    </dgm:pt>
    <dgm:pt modelId="{8B2E4FC3-5201-4F88-8BB7-B593C2D31759}">
      <dgm:prSet phldrT="[Text]" phldr="0" custT="1"/>
      <dgm:spPr/>
      <dgm:t>
        <a:bodyPr/>
        <a:lstStyle/>
        <a:p>
          <a:r>
            <a:rPr lang="de-DE" sz="2800" dirty="0"/>
            <a:t>Erläuterung</a:t>
          </a:r>
        </a:p>
      </dgm:t>
    </dgm:pt>
    <dgm:pt modelId="{425EC90E-9518-4A96-BC6A-9388CAA35090}" type="parTrans" cxnId="{09F1980D-5118-439B-B806-9E0637D19816}">
      <dgm:prSet/>
      <dgm:spPr/>
      <dgm:t>
        <a:bodyPr/>
        <a:lstStyle/>
        <a:p>
          <a:endParaRPr lang="de-DE"/>
        </a:p>
      </dgm:t>
    </dgm:pt>
    <dgm:pt modelId="{6B7C0A45-2E8B-43D4-BD81-CC1A957D1ED9}" type="sibTrans" cxnId="{09F1980D-5118-439B-B806-9E0637D19816}">
      <dgm:prSet/>
      <dgm:spPr/>
      <dgm:t>
        <a:bodyPr/>
        <a:lstStyle/>
        <a:p>
          <a:endParaRPr lang="de-DE"/>
        </a:p>
      </dgm:t>
    </dgm:pt>
    <dgm:pt modelId="{226E7AAC-4960-4AAD-BEC2-5077BD1C225B}">
      <dgm:prSet phldrT="[Text]" phldr="0" custT="1"/>
      <dgm:spPr/>
      <dgm:t>
        <a:bodyPr/>
        <a:lstStyle/>
        <a:p>
          <a:pPr>
            <a:defRPr b="1"/>
          </a:pPr>
          <a:r>
            <a:rPr lang="de-DE" sz="3200" dirty="0">
              <a:solidFill>
                <a:schemeClr val="accent1">
                  <a:lumMod val="50000"/>
                </a:schemeClr>
              </a:solidFill>
            </a:rPr>
            <a:t>5.</a:t>
          </a:r>
        </a:p>
      </dgm:t>
    </dgm:pt>
    <dgm:pt modelId="{AF962D0A-CD08-456B-B8B6-34937C831969}" type="parTrans" cxnId="{D8DBC3F2-D795-48F8-A8E7-BD03FE9AE0C8}">
      <dgm:prSet/>
      <dgm:spPr/>
      <dgm:t>
        <a:bodyPr/>
        <a:lstStyle/>
        <a:p>
          <a:endParaRPr lang="de-DE"/>
        </a:p>
      </dgm:t>
    </dgm:pt>
    <dgm:pt modelId="{628A3B60-C8B1-4E8D-971B-A7A341CADD44}" type="sibTrans" cxnId="{D8DBC3F2-D795-48F8-A8E7-BD03FE9AE0C8}">
      <dgm:prSet/>
      <dgm:spPr/>
      <dgm:t>
        <a:bodyPr/>
        <a:lstStyle/>
        <a:p>
          <a:endParaRPr lang="de-DE"/>
        </a:p>
      </dgm:t>
    </dgm:pt>
    <dgm:pt modelId="{BE700B1F-EB66-4E0C-91BA-1726302FD513}">
      <dgm:prSet phldrT="[Text]" phldr="0" custT="1"/>
      <dgm:spPr/>
      <dgm:t>
        <a:bodyPr/>
        <a:lstStyle/>
        <a:p>
          <a:r>
            <a:rPr lang="de-DE" sz="2800">
              <a:solidFill>
                <a:schemeClr val="accent1">
                  <a:lumMod val="50000"/>
                </a:schemeClr>
              </a:solidFill>
            </a:rPr>
            <a:t>Erläuterung</a:t>
          </a:r>
          <a:endParaRPr lang="de-DE" sz="2800" dirty="0">
            <a:solidFill>
              <a:schemeClr val="accent1">
                <a:lumMod val="50000"/>
              </a:schemeClr>
            </a:solidFill>
          </a:endParaRPr>
        </a:p>
      </dgm:t>
    </dgm:pt>
    <dgm:pt modelId="{12083642-D1CE-4FE3-B4DB-611C34C6EAD8}" type="parTrans" cxnId="{4AB9B066-6B69-4A5D-80FE-F55C5E8F21B6}">
      <dgm:prSet/>
      <dgm:spPr/>
      <dgm:t>
        <a:bodyPr/>
        <a:lstStyle/>
        <a:p>
          <a:endParaRPr lang="de-DE"/>
        </a:p>
      </dgm:t>
    </dgm:pt>
    <dgm:pt modelId="{1D9C49EA-29F4-4A64-A899-044331521D34}" type="sibTrans" cxnId="{4AB9B066-6B69-4A5D-80FE-F55C5E8F21B6}">
      <dgm:prSet/>
      <dgm:spPr/>
      <dgm:t>
        <a:bodyPr/>
        <a:lstStyle/>
        <a:p>
          <a:endParaRPr lang="de-DE"/>
        </a:p>
      </dgm:t>
    </dgm:pt>
    <dgm:pt modelId="{ABCD6FEC-410D-44B4-AF69-CF9EDB6DBC7D}">
      <dgm:prSet phldrT="[Text]" phldr="0" custT="1"/>
      <dgm:spPr/>
      <dgm:t>
        <a:bodyPr/>
        <a:lstStyle/>
        <a:p>
          <a:r>
            <a:rPr lang="de-DE" sz="2800">
              <a:solidFill>
                <a:schemeClr val="accent1">
                  <a:lumMod val="50000"/>
                </a:schemeClr>
              </a:solidFill>
            </a:rPr>
            <a:t>Erläuterung</a:t>
          </a:r>
          <a:endParaRPr lang="de-DE" sz="2800" dirty="0">
            <a:solidFill>
              <a:schemeClr val="accent1">
                <a:lumMod val="50000"/>
              </a:schemeClr>
            </a:solidFill>
          </a:endParaRPr>
        </a:p>
      </dgm:t>
    </dgm:pt>
    <dgm:pt modelId="{C0CDF6CE-CE76-4ACC-A164-27B856F142CE}" type="parTrans" cxnId="{956958B8-926E-4D6B-B9A5-FD246930112E}">
      <dgm:prSet/>
      <dgm:spPr/>
      <dgm:t>
        <a:bodyPr/>
        <a:lstStyle/>
        <a:p>
          <a:endParaRPr lang="de-DE"/>
        </a:p>
      </dgm:t>
    </dgm:pt>
    <dgm:pt modelId="{8AA52203-028E-41E3-955C-7873C195B64B}" type="sibTrans" cxnId="{956958B8-926E-4D6B-B9A5-FD246930112E}">
      <dgm:prSet/>
      <dgm:spPr/>
      <dgm:t>
        <a:bodyPr/>
        <a:lstStyle/>
        <a:p>
          <a:endParaRPr lang="de-DE"/>
        </a:p>
      </dgm:t>
    </dgm:pt>
    <dgm:pt modelId="{365982C2-225F-46EC-AA93-837DBFCB46F5}">
      <dgm:prSet phldrT="[Text]" phldr="0" custT="1"/>
      <dgm:spPr/>
      <dgm:t>
        <a:bodyPr/>
        <a:lstStyle/>
        <a:p>
          <a:r>
            <a:rPr lang="de-DE" sz="2800">
              <a:solidFill>
                <a:schemeClr val="accent1">
                  <a:lumMod val="50000"/>
                </a:schemeClr>
              </a:solidFill>
            </a:rPr>
            <a:t>Erläuterung</a:t>
          </a:r>
          <a:endParaRPr lang="de-DE" sz="2800" dirty="0">
            <a:solidFill>
              <a:schemeClr val="accent1">
                <a:lumMod val="50000"/>
              </a:schemeClr>
            </a:solidFill>
          </a:endParaRPr>
        </a:p>
      </dgm:t>
    </dgm:pt>
    <dgm:pt modelId="{D1D4F36C-7F43-4524-ACDF-090B8BA13867}" type="parTrans" cxnId="{480443EC-050B-40AF-8E12-828F75C06A3B}">
      <dgm:prSet/>
      <dgm:spPr/>
      <dgm:t>
        <a:bodyPr/>
        <a:lstStyle/>
        <a:p>
          <a:endParaRPr lang="de-DE"/>
        </a:p>
      </dgm:t>
    </dgm:pt>
    <dgm:pt modelId="{E9BD6BEC-4D51-4A89-B653-E23598939EB5}" type="sibTrans" cxnId="{480443EC-050B-40AF-8E12-828F75C06A3B}">
      <dgm:prSet/>
      <dgm:spPr/>
      <dgm:t>
        <a:bodyPr/>
        <a:lstStyle/>
        <a:p>
          <a:endParaRPr lang="de-DE"/>
        </a:p>
      </dgm:t>
    </dgm:pt>
    <dgm:pt modelId="{CDA5F660-EDC1-4953-ADD7-75C5A84EBA01}" type="pres">
      <dgm:prSet presAssocID="{8775F310-69C5-43A8-8242-873DF6D16603}" presName="root" presStyleCnt="0">
        <dgm:presLayoutVars>
          <dgm:dir/>
          <dgm:animLvl val="lvl"/>
        </dgm:presLayoutVars>
      </dgm:prSet>
      <dgm:spPr/>
    </dgm:pt>
    <dgm:pt modelId="{D2EC0C70-9D59-428C-ADC3-3B7F95F1E84B}" type="pres">
      <dgm:prSet presAssocID="{8775F310-69C5-43A8-8242-873DF6D16603}" presName="divider" presStyleCnt="0"/>
      <dgm:spPr/>
    </dgm:pt>
    <dgm:pt modelId="{4A282DE0-8E07-419F-9B48-1D30425BAFBD}" type="pres">
      <dgm:prSet presAssocID="{8775F310-69C5-43A8-8242-873DF6D16603}" presName="rectBar" presStyleLbl="dkBgShp" presStyleIdx="0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</dgm:pt>
    <dgm:pt modelId="{0FDBDE92-056C-4ABB-B7E6-C9E9B4C3F0C3}" type="pres">
      <dgm:prSet presAssocID="{8775F310-69C5-43A8-8242-873DF6D16603}" presName="chevronArrow" presStyleLbl="dkBgShp" presStyleIdx="1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</dgm:pt>
    <dgm:pt modelId="{1F1CAE42-7875-4110-BB1F-D85C5F72D47A}" type="pres">
      <dgm:prSet presAssocID="{8775F310-69C5-43A8-8242-873DF6D16603}" presName="nodes" presStyleCnt="0">
        <dgm:presLayoutVars>
          <dgm:chMax/>
          <dgm:chPref/>
          <dgm:animLvl val="lvl"/>
        </dgm:presLayoutVars>
      </dgm:prSet>
      <dgm:spPr/>
    </dgm:pt>
    <dgm:pt modelId="{AC5932EC-A1E3-42CA-9614-C1531E35063B}" type="pres">
      <dgm:prSet presAssocID="{5E5516CE-2073-4657-A3F7-DD19ADD67834}" presName="composite" presStyleCnt="0"/>
      <dgm:spPr/>
    </dgm:pt>
    <dgm:pt modelId="{6035FE7A-A068-4599-9644-61C7DC25CC04}" type="pres">
      <dgm:prSet presAssocID="{5E5516CE-2073-4657-A3F7-DD19ADD67834}" presName="DropPinPlaceHolder" presStyleCnt="0"/>
      <dgm:spPr/>
    </dgm:pt>
    <dgm:pt modelId="{CB1ED8CB-B3FE-4652-8BEE-5970E170741E}" type="pres">
      <dgm:prSet presAssocID="{5E5516CE-2073-4657-A3F7-DD19ADD67834}" presName="DropPin" presStyleLbl="alignNode1" presStyleIdx="0" presStyleCnt="5"/>
      <dgm:spPr/>
    </dgm:pt>
    <dgm:pt modelId="{108BC949-4628-487D-A855-2486E1993717}" type="pres">
      <dgm:prSet presAssocID="{5E5516CE-2073-4657-A3F7-DD19ADD67834}" presName="Ellipse" presStyleLbl="fgAcc1" presStyleIdx="0" presStyleCnt="5"/>
      <dgm:spPr/>
    </dgm:pt>
    <dgm:pt modelId="{71A1F154-4B29-49FB-8E87-87FB4DBA2C0D}" type="pres">
      <dgm:prSet presAssocID="{5E5516CE-2073-4657-A3F7-DD19ADD67834}" presName="L2TextContainer" presStyleLbl="revTx" presStyleIdx="0" presStyleCnt="10">
        <dgm:presLayoutVars>
          <dgm:bulletEnabled val="1"/>
        </dgm:presLayoutVars>
      </dgm:prSet>
      <dgm:spPr/>
    </dgm:pt>
    <dgm:pt modelId="{0FC6F7C1-ABD1-44B8-A181-56C611918F43}" type="pres">
      <dgm:prSet presAssocID="{5E5516CE-2073-4657-A3F7-DD19ADD67834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039AD509-E268-4F08-81A2-E3A87E28F394}" type="pres">
      <dgm:prSet presAssocID="{5E5516CE-2073-4657-A3F7-DD19ADD67834}" presName="ConnectLine" presStyleLbl="dkBgShp" presStyleIdx="2" presStyleCnt="7"/>
      <dgm:spPr/>
    </dgm:pt>
    <dgm:pt modelId="{6E1D3A38-224B-472B-BDA1-B1E7D9465C87}" type="pres">
      <dgm:prSet presAssocID="{5E5516CE-2073-4657-A3F7-DD19ADD67834}" presName="ConnectorPoint" presStyleCnt="0"/>
      <dgm:spPr/>
    </dgm:pt>
    <dgm:pt modelId="{DD0B1960-0CED-4A0D-9144-C4E0ACD436E7}" type="pres">
      <dgm:prSet presAssocID="{5E5516CE-2073-4657-A3F7-DD19ADD67834}" presName="Bullet" presStyleLbl="lnNode1" presStyleIdx="0" presStyleCnt="5"/>
      <dgm:spPr/>
    </dgm:pt>
    <dgm:pt modelId="{92BD1A56-C20A-4A55-8710-A48C0DF354AF}" type="pres">
      <dgm:prSet presAssocID="{5E5516CE-2073-4657-A3F7-DD19ADD67834}" presName="EmptyPlaceHolder" presStyleCnt="0"/>
      <dgm:spPr/>
    </dgm:pt>
    <dgm:pt modelId="{7971610E-A665-4653-AA84-39EE5EC2B491}" type="pres">
      <dgm:prSet presAssocID="{7EF24D4E-4763-46BA-B9C5-ABCB90BF4AFD}" presName="spaceBetweenRectangles" presStyleCnt="0"/>
      <dgm:spPr/>
    </dgm:pt>
    <dgm:pt modelId="{07AC8089-FAF7-4A4E-A6F1-299970A992D8}" type="pres">
      <dgm:prSet presAssocID="{D0EBA96D-1599-4D08-98DD-8AF7F8E928AD}" presName="composite" presStyleCnt="0"/>
      <dgm:spPr/>
    </dgm:pt>
    <dgm:pt modelId="{2F8F656A-9625-4044-B218-C7430CCE7D8E}" type="pres">
      <dgm:prSet presAssocID="{D0EBA96D-1599-4D08-98DD-8AF7F8E928AD}" presName="DropPinPlaceHolder" presStyleCnt="0"/>
      <dgm:spPr/>
    </dgm:pt>
    <dgm:pt modelId="{2841C53A-48E0-42C9-A1B1-1731220ACF1F}" type="pres">
      <dgm:prSet presAssocID="{D0EBA96D-1599-4D08-98DD-8AF7F8E928AD}" presName="DropPin" presStyleLbl="alignNode1" presStyleIdx="1" presStyleCnt="5"/>
      <dgm:spPr/>
    </dgm:pt>
    <dgm:pt modelId="{66BE9887-797F-4AA2-BD10-2DB097D065FB}" type="pres">
      <dgm:prSet presAssocID="{D0EBA96D-1599-4D08-98DD-8AF7F8E928AD}" presName="Ellipse" presStyleLbl="fgAcc1" presStyleIdx="1" presStyleCnt="5"/>
      <dgm:spPr/>
    </dgm:pt>
    <dgm:pt modelId="{7429A21C-CC33-4009-92F2-54D55AEA52EE}" type="pres">
      <dgm:prSet presAssocID="{D0EBA96D-1599-4D08-98DD-8AF7F8E928AD}" presName="L2TextContainer" presStyleLbl="revTx" presStyleIdx="2" presStyleCnt="10">
        <dgm:presLayoutVars>
          <dgm:bulletEnabled val="1"/>
        </dgm:presLayoutVars>
      </dgm:prSet>
      <dgm:spPr/>
    </dgm:pt>
    <dgm:pt modelId="{B41FACAF-F43C-472F-B545-C9D907B3144B}" type="pres">
      <dgm:prSet presAssocID="{D0EBA96D-1599-4D08-98DD-8AF7F8E928AD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248C302D-1845-4709-8FBE-A7C2843D1C28}" type="pres">
      <dgm:prSet presAssocID="{D0EBA96D-1599-4D08-98DD-8AF7F8E928AD}" presName="ConnectLine" presStyleLbl="dkBgShp" presStyleIdx="3" presStyleCnt="7"/>
      <dgm:spPr/>
    </dgm:pt>
    <dgm:pt modelId="{EE633BF6-9A24-416F-8548-305EB9508B0B}" type="pres">
      <dgm:prSet presAssocID="{D0EBA96D-1599-4D08-98DD-8AF7F8E928AD}" presName="ConnectorPoint" presStyleCnt="0"/>
      <dgm:spPr/>
    </dgm:pt>
    <dgm:pt modelId="{D204EC49-BD88-407E-B28B-FEDF6D22650A}" type="pres">
      <dgm:prSet presAssocID="{D0EBA96D-1599-4D08-98DD-8AF7F8E928AD}" presName="Bullet" presStyleLbl="lnNode1" presStyleIdx="1" presStyleCnt="5"/>
      <dgm:spPr/>
    </dgm:pt>
    <dgm:pt modelId="{013E1A95-5B73-4AA0-8163-20170C1DDE5E}" type="pres">
      <dgm:prSet presAssocID="{D0EBA96D-1599-4D08-98DD-8AF7F8E928AD}" presName="EmptyPlaceHolder" presStyleCnt="0"/>
      <dgm:spPr/>
    </dgm:pt>
    <dgm:pt modelId="{E238B07A-2FAD-41AB-833E-BE451DA39BEB}" type="pres">
      <dgm:prSet presAssocID="{93629360-3855-4CC3-8DF8-EE17A5AE2BF6}" presName="spaceBetweenRectangles" presStyleCnt="0"/>
      <dgm:spPr/>
    </dgm:pt>
    <dgm:pt modelId="{AC3E7EB0-0500-414C-B7DD-C0FD9A3A334F}" type="pres">
      <dgm:prSet presAssocID="{95587F93-A126-4916-A779-8AB74522C58A}" presName="composite" presStyleCnt="0"/>
      <dgm:spPr/>
    </dgm:pt>
    <dgm:pt modelId="{7DC71A18-BA6B-4AC3-BE11-B8DDF69452F6}" type="pres">
      <dgm:prSet presAssocID="{95587F93-A126-4916-A779-8AB74522C58A}" presName="DropPinPlaceHolder" presStyleCnt="0"/>
      <dgm:spPr/>
    </dgm:pt>
    <dgm:pt modelId="{B1A3DEA1-D910-4901-9B30-5672B5C74D3E}" type="pres">
      <dgm:prSet presAssocID="{95587F93-A126-4916-A779-8AB74522C58A}" presName="DropPin" presStyleLbl="alignNode1" presStyleIdx="2" presStyleCnt="5"/>
      <dgm:spPr/>
    </dgm:pt>
    <dgm:pt modelId="{2B87E26D-E8A7-47F1-9555-C6CA1EF14CB9}" type="pres">
      <dgm:prSet presAssocID="{95587F93-A126-4916-A779-8AB74522C58A}" presName="Ellipse" presStyleLbl="fgAcc1" presStyleIdx="2" presStyleCnt="5"/>
      <dgm:spPr/>
    </dgm:pt>
    <dgm:pt modelId="{699EB8DD-8F77-4B18-895D-19A9E84DC0A8}" type="pres">
      <dgm:prSet presAssocID="{95587F93-A126-4916-A779-8AB74522C58A}" presName="L2TextContainer" presStyleLbl="revTx" presStyleIdx="4" presStyleCnt="10">
        <dgm:presLayoutVars>
          <dgm:bulletEnabled val="1"/>
        </dgm:presLayoutVars>
      </dgm:prSet>
      <dgm:spPr/>
    </dgm:pt>
    <dgm:pt modelId="{ADCD9192-A630-46EA-83D7-9C4CD49ABAA6}" type="pres">
      <dgm:prSet presAssocID="{95587F93-A126-4916-A779-8AB74522C58A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B93837E0-A5A0-4BA9-A427-129595E5A69D}" type="pres">
      <dgm:prSet presAssocID="{95587F93-A126-4916-A779-8AB74522C58A}" presName="ConnectLine" presStyleLbl="dkBgShp" presStyleIdx="4" presStyleCnt="7"/>
      <dgm:spPr/>
    </dgm:pt>
    <dgm:pt modelId="{03D47D8B-6F94-4815-B2EF-4B2E75D92D8A}" type="pres">
      <dgm:prSet presAssocID="{95587F93-A126-4916-A779-8AB74522C58A}" presName="ConnectorPoint" presStyleCnt="0"/>
      <dgm:spPr/>
    </dgm:pt>
    <dgm:pt modelId="{C0B06202-7F93-4ED4-BD37-5B9E424FB841}" type="pres">
      <dgm:prSet presAssocID="{95587F93-A126-4916-A779-8AB74522C58A}" presName="Bullet" presStyleLbl="lnNode1" presStyleIdx="2" presStyleCnt="5"/>
      <dgm:spPr/>
    </dgm:pt>
    <dgm:pt modelId="{58FC8513-1DE4-47E6-89CA-A50C7CC7C52B}" type="pres">
      <dgm:prSet presAssocID="{95587F93-A126-4916-A779-8AB74522C58A}" presName="EmptyPlaceHolder" presStyleCnt="0"/>
      <dgm:spPr/>
    </dgm:pt>
    <dgm:pt modelId="{D2AB3876-C849-448E-B51A-95257E0640AE}" type="pres">
      <dgm:prSet presAssocID="{61CB137A-7CF9-4076-9BF5-92FC333BB980}" presName="spaceBetweenRectangles" presStyleCnt="0"/>
      <dgm:spPr/>
    </dgm:pt>
    <dgm:pt modelId="{B413ACA7-4B3D-40F0-90DE-504CD9702220}" type="pres">
      <dgm:prSet presAssocID="{D2B4750C-8B34-453A-AA2C-B15A9C7F6068}" presName="composite" presStyleCnt="0"/>
      <dgm:spPr/>
    </dgm:pt>
    <dgm:pt modelId="{7AADE161-BA4C-49E7-8621-11A92FDC2ADA}" type="pres">
      <dgm:prSet presAssocID="{D2B4750C-8B34-453A-AA2C-B15A9C7F6068}" presName="DropPinPlaceHolder" presStyleCnt="0"/>
      <dgm:spPr/>
    </dgm:pt>
    <dgm:pt modelId="{87290C1B-728D-447C-8E08-47DB578ADE66}" type="pres">
      <dgm:prSet presAssocID="{D2B4750C-8B34-453A-AA2C-B15A9C7F6068}" presName="DropPin" presStyleLbl="alignNode1" presStyleIdx="3" presStyleCnt="5"/>
      <dgm:spPr/>
    </dgm:pt>
    <dgm:pt modelId="{2C31B38D-AE86-4AD8-9D83-B60D4FCD2A00}" type="pres">
      <dgm:prSet presAssocID="{D2B4750C-8B34-453A-AA2C-B15A9C7F6068}" presName="Ellipse" presStyleLbl="fgAcc1" presStyleIdx="3" presStyleCnt="5"/>
      <dgm:spPr/>
    </dgm:pt>
    <dgm:pt modelId="{FFA3909E-23C1-4784-BB91-B90C7DF0F98A}" type="pres">
      <dgm:prSet presAssocID="{D2B4750C-8B34-453A-AA2C-B15A9C7F6068}" presName="L2TextContainer" presStyleLbl="revTx" presStyleIdx="6" presStyleCnt="10">
        <dgm:presLayoutVars>
          <dgm:bulletEnabled val="1"/>
        </dgm:presLayoutVars>
      </dgm:prSet>
      <dgm:spPr/>
    </dgm:pt>
    <dgm:pt modelId="{E09D7B8D-59DA-4A6B-BFB6-3B29E052F352}" type="pres">
      <dgm:prSet presAssocID="{D2B4750C-8B34-453A-AA2C-B15A9C7F6068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F74DE3AC-CBFD-4B10-805E-ED97E018991E}" type="pres">
      <dgm:prSet presAssocID="{D2B4750C-8B34-453A-AA2C-B15A9C7F6068}" presName="ConnectLine" presStyleLbl="dkBgShp" presStyleIdx="5" presStyleCnt="7"/>
      <dgm:spPr/>
    </dgm:pt>
    <dgm:pt modelId="{7CD8C26D-6FDE-4ED8-873F-7B15251DFE64}" type="pres">
      <dgm:prSet presAssocID="{D2B4750C-8B34-453A-AA2C-B15A9C7F6068}" presName="ConnectorPoint" presStyleCnt="0"/>
      <dgm:spPr/>
    </dgm:pt>
    <dgm:pt modelId="{BF322512-6EC0-4308-8222-CEDDB22E9518}" type="pres">
      <dgm:prSet presAssocID="{D2B4750C-8B34-453A-AA2C-B15A9C7F6068}" presName="Bullet" presStyleLbl="lnNode1" presStyleIdx="3" presStyleCnt="5"/>
      <dgm:spPr/>
    </dgm:pt>
    <dgm:pt modelId="{0CF96FD2-29F5-4735-91EF-513122C2687B}" type="pres">
      <dgm:prSet presAssocID="{D2B4750C-8B34-453A-AA2C-B15A9C7F6068}" presName="EmptyPlaceHolder" presStyleCnt="0"/>
      <dgm:spPr/>
    </dgm:pt>
    <dgm:pt modelId="{0435D7A1-A6AD-40AE-BEF2-456D6E50A1B7}" type="pres">
      <dgm:prSet presAssocID="{514DDA6E-2EBA-4B8D-8999-2C6DF737D2D6}" presName="spaceBetweenRectangles" presStyleCnt="0"/>
      <dgm:spPr/>
    </dgm:pt>
    <dgm:pt modelId="{1DDA73E8-9B69-4135-93ED-C31E86185255}" type="pres">
      <dgm:prSet presAssocID="{226E7AAC-4960-4AAD-BEC2-5077BD1C225B}" presName="composite" presStyleCnt="0"/>
      <dgm:spPr/>
    </dgm:pt>
    <dgm:pt modelId="{4AB8F59F-2DCA-4CD9-8B8A-B8B4E0C2AA5D}" type="pres">
      <dgm:prSet presAssocID="{226E7AAC-4960-4AAD-BEC2-5077BD1C225B}" presName="DropPinPlaceHolder" presStyleCnt="0"/>
      <dgm:spPr/>
    </dgm:pt>
    <dgm:pt modelId="{3CFBA5EF-A3B6-4039-ACEA-C693B368AE99}" type="pres">
      <dgm:prSet presAssocID="{226E7AAC-4960-4AAD-BEC2-5077BD1C225B}" presName="DropPin" presStyleLbl="alignNode1" presStyleIdx="4" presStyleCnt="5"/>
      <dgm:spPr/>
    </dgm:pt>
    <dgm:pt modelId="{6C06132D-FE1B-4F7E-B1D3-7004F95487B6}" type="pres">
      <dgm:prSet presAssocID="{226E7AAC-4960-4AAD-BEC2-5077BD1C225B}" presName="Ellipse" presStyleLbl="fgAcc1" presStyleIdx="4" presStyleCnt="5"/>
      <dgm:spPr/>
    </dgm:pt>
    <dgm:pt modelId="{B28C428C-7D1A-4CF9-822E-3326C9208B9B}" type="pres">
      <dgm:prSet presAssocID="{226E7AAC-4960-4AAD-BEC2-5077BD1C225B}" presName="L2TextContainer" presStyleLbl="revTx" presStyleIdx="8" presStyleCnt="10">
        <dgm:presLayoutVars>
          <dgm:bulletEnabled val="1"/>
        </dgm:presLayoutVars>
      </dgm:prSet>
      <dgm:spPr/>
    </dgm:pt>
    <dgm:pt modelId="{D29B981B-363C-4094-B62E-050F7CB55629}" type="pres">
      <dgm:prSet presAssocID="{226E7AAC-4960-4AAD-BEC2-5077BD1C225B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95E717A6-FF89-478B-BE2F-88436237E80C}" type="pres">
      <dgm:prSet presAssocID="{226E7AAC-4960-4AAD-BEC2-5077BD1C225B}" presName="ConnectLine" presStyleLbl="dkBgShp" presStyleIdx="6" presStyleCnt="7"/>
      <dgm:spPr/>
    </dgm:pt>
    <dgm:pt modelId="{4760A66A-7D1F-4A2D-89DD-87476CB13330}" type="pres">
      <dgm:prSet presAssocID="{226E7AAC-4960-4AAD-BEC2-5077BD1C225B}" presName="ConnectorPoint" presStyleCnt="0"/>
      <dgm:spPr/>
    </dgm:pt>
    <dgm:pt modelId="{1DD5AC76-0AC0-4F5E-8F8D-08D56314B1C0}" type="pres">
      <dgm:prSet presAssocID="{226E7AAC-4960-4AAD-BEC2-5077BD1C225B}" presName="Bullet" presStyleLbl="lnNode1" presStyleIdx="4" presStyleCnt="5"/>
      <dgm:spPr/>
    </dgm:pt>
    <dgm:pt modelId="{3C534C49-50FF-4782-B4E6-99854A795AF8}" type="pres">
      <dgm:prSet presAssocID="{226E7AAC-4960-4AAD-BEC2-5077BD1C225B}" presName="EmptyPlaceHolder" presStyleCnt="0"/>
      <dgm:spPr/>
    </dgm:pt>
  </dgm:ptLst>
  <dgm:cxnLst>
    <dgm:cxn modelId="{83309F02-37D0-48E6-8D8A-421AB26320CB}" type="presOf" srcId="{ABCD6FEC-410D-44B4-AF69-CF9EDB6DBC7D}" destId="{FFA3909E-23C1-4784-BB91-B90C7DF0F98A}" srcOrd="0" destOrd="0" presId="urn:microsoft.com/office/officeart/2024/layout/BulletTimeline"/>
    <dgm:cxn modelId="{09F1980D-5118-439B-B806-9E0637D19816}" srcId="{D0EBA96D-1599-4D08-98DD-8AF7F8E928AD}" destId="{8B2E4FC3-5201-4F88-8BB7-B593C2D31759}" srcOrd="0" destOrd="0" parTransId="{425EC90E-9518-4A96-BC6A-9388CAA35090}" sibTransId="{6B7C0A45-2E8B-43D4-BD81-CC1A957D1ED9}"/>
    <dgm:cxn modelId="{18466F37-9EE3-446D-BCA0-E46A642EBF05}" type="presOf" srcId="{D2B4750C-8B34-453A-AA2C-B15A9C7F6068}" destId="{E09D7B8D-59DA-4A6B-BFB6-3B29E052F352}" srcOrd="0" destOrd="0" presId="urn:microsoft.com/office/officeart/2024/layout/BulletTimeline"/>
    <dgm:cxn modelId="{7C465B5D-C661-4BE7-84A0-E0C3BE26B362}" srcId="{8775F310-69C5-43A8-8242-873DF6D16603}" destId="{95587F93-A126-4916-A779-8AB74522C58A}" srcOrd="2" destOrd="0" parTransId="{83A63EB6-16D9-46F1-BFFF-6B229D7319D3}" sibTransId="{61CB137A-7CF9-4076-9BF5-92FC333BB980}"/>
    <dgm:cxn modelId="{7A6FCE41-4298-4877-B3AB-F3B2DC14D173}" type="presOf" srcId="{365982C2-225F-46EC-AA93-837DBFCB46F5}" destId="{B28C428C-7D1A-4CF9-822E-3326C9208B9B}" srcOrd="0" destOrd="0" presId="urn:microsoft.com/office/officeart/2024/layout/BulletTimeline"/>
    <dgm:cxn modelId="{5617B563-90BC-415F-BD68-4A2935B1BBFD}" type="presOf" srcId="{BE700B1F-EB66-4E0C-91BA-1726302FD513}" destId="{699EB8DD-8F77-4B18-895D-19A9E84DC0A8}" srcOrd="0" destOrd="0" presId="urn:microsoft.com/office/officeart/2024/layout/BulletTimeline"/>
    <dgm:cxn modelId="{4AB9B066-6B69-4A5D-80FE-F55C5E8F21B6}" srcId="{95587F93-A126-4916-A779-8AB74522C58A}" destId="{BE700B1F-EB66-4E0C-91BA-1726302FD513}" srcOrd="0" destOrd="0" parTransId="{12083642-D1CE-4FE3-B4DB-611C34C6EAD8}" sibTransId="{1D9C49EA-29F4-4A64-A899-044331521D34}"/>
    <dgm:cxn modelId="{601ED372-9310-402D-B8AF-740174B96865}" type="presOf" srcId="{95587F93-A126-4916-A779-8AB74522C58A}" destId="{ADCD9192-A630-46EA-83D7-9C4CD49ABAA6}" srcOrd="0" destOrd="0" presId="urn:microsoft.com/office/officeart/2024/layout/BulletTimeline"/>
    <dgm:cxn modelId="{FD1A8653-7927-4BB8-A7C7-5F76E7EB7BE8}" srcId="{8775F310-69C5-43A8-8242-873DF6D16603}" destId="{D2B4750C-8B34-453A-AA2C-B15A9C7F6068}" srcOrd="3" destOrd="0" parTransId="{86766768-262D-4D2E-B09E-9B962E48DD9F}" sibTransId="{514DDA6E-2EBA-4B8D-8999-2C6DF737D2D6}"/>
    <dgm:cxn modelId="{73E14F76-CF36-4FE9-A3F2-34C5443AC71E}" srcId="{5E5516CE-2073-4657-A3F7-DD19ADD67834}" destId="{37174248-1625-4979-953D-5B9F986A71F2}" srcOrd="0" destOrd="0" parTransId="{731E12F4-C08D-4932-AA5E-B66B7A0AE12F}" sibTransId="{D909E7F2-512B-42EE-A64A-69AA8B6BD029}"/>
    <dgm:cxn modelId="{044E8056-29E4-48AB-BA72-56DD5B9D7D21}" type="presOf" srcId="{D0EBA96D-1599-4D08-98DD-8AF7F8E928AD}" destId="{B41FACAF-F43C-472F-B545-C9D907B3144B}" srcOrd="0" destOrd="0" presId="urn:microsoft.com/office/officeart/2024/layout/BulletTimeline"/>
    <dgm:cxn modelId="{85A75390-EE50-4056-8EDB-FDDA566CC076}" srcId="{8775F310-69C5-43A8-8242-873DF6D16603}" destId="{D0EBA96D-1599-4D08-98DD-8AF7F8E928AD}" srcOrd="1" destOrd="0" parTransId="{B8B2745E-4AAE-4A65-BBA2-F344C081935A}" sibTransId="{93629360-3855-4CC3-8DF8-EE17A5AE2BF6}"/>
    <dgm:cxn modelId="{92530892-29E2-485F-831D-3AF0F756125C}" srcId="{8775F310-69C5-43A8-8242-873DF6D16603}" destId="{5E5516CE-2073-4657-A3F7-DD19ADD67834}" srcOrd="0" destOrd="0" parTransId="{B010B5E5-1693-4283-B62D-62344475819C}" sibTransId="{7EF24D4E-4763-46BA-B9C5-ABCB90BF4AFD}"/>
    <dgm:cxn modelId="{33469D93-4F14-4545-BE59-6B3FFF59FDAD}" type="presOf" srcId="{8775F310-69C5-43A8-8242-873DF6D16603}" destId="{CDA5F660-EDC1-4953-ADD7-75C5A84EBA01}" srcOrd="0" destOrd="0" presId="urn:microsoft.com/office/officeart/2024/layout/BulletTimeline"/>
    <dgm:cxn modelId="{4A7E26B0-F4D5-4181-906A-0FCE687CB825}" type="presOf" srcId="{8B2E4FC3-5201-4F88-8BB7-B593C2D31759}" destId="{7429A21C-CC33-4009-92F2-54D55AEA52EE}" srcOrd="0" destOrd="0" presId="urn:microsoft.com/office/officeart/2024/layout/BulletTimeline"/>
    <dgm:cxn modelId="{956958B8-926E-4D6B-B9A5-FD246930112E}" srcId="{D2B4750C-8B34-453A-AA2C-B15A9C7F6068}" destId="{ABCD6FEC-410D-44B4-AF69-CF9EDB6DBC7D}" srcOrd="0" destOrd="0" parTransId="{C0CDF6CE-CE76-4ACC-A164-27B856F142CE}" sibTransId="{8AA52203-028E-41E3-955C-7873C195B64B}"/>
    <dgm:cxn modelId="{0D399CD6-1080-44CF-BAF9-08DCE92CDCCD}" type="presOf" srcId="{226E7AAC-4960-4AAD-BEC2-5077BD1C225B}" destId="{D29B981B-363C-4094-B62E-050F7CB55629}" srcOrd="0" destOrd="0" presId="urn:microsoft.com/office/officeart/2024/layout/BulletTimeline"/>
    <dgm:cxn modelId="{BB90B4DE-CA89-4BD3-BAF1-C3BE4DA16ECE}" type="presOf" srcId="{5E5516CE-2073-4657-A3F7-DD19ADD67834}" destId="{0FC6F7C1-ABD1-44B8-A181-56C611918F43}" srcOrd="0" destOrd="0" presId="urn:microsoft.com/office/officeart/2024/layout/BulletTimeline"/>
    <dgm:cxn modelId="{60A26DE7-7C38-436D-B4BF-D410E74473D9}" type="presOf" srcId="{37174248-1625-4979-953D-5B9F986A71F2}" destId="{71A1F154-4B29-49FB-8E87-87FB4DBA2C0D}" srcOrd="0" destOrd="0" presId="urn:microsoft.com/office/officeart/2024/layout/BulletTimeline"/>
    <dgm:cxn modelId="{480443EC-050B-40AF-8E12-828F75C06A3B}" srcId="{226E7AAC-4960-4AAD-BEC2-5077BD1C225B}" destId="{365982C2-225F-46EC-AA93-837DBFCB46F5}" srcOrd="0" destOrd="0" parTransId="{D1D4F36C-7F43-4524-ACDF-090B8BA13867}" sibTransId="{E9BD6BEC-4D51-4A89-B653-E23598939EB5}"/>
    <dgm:cxn modelId="{D8DBC3F2-D795-48F8-A8E7-BD03FE9AE0C8}" srcId="{8775F310-69C5-43A8-8242-873DF6D16603}" destId="{226E7AAC-4960-4AAD-BEC2-5077BD1C225B}" srcOrd="4" destOrd="0" parTransId="{AF962D0A-CD08-456B-B8B6-34937C831969}" sibTransId="{628A3B60-C8B1-4E8D-971B-A7A341CADD44}"/>
    <dgm:cxn modelId="{7A8B59E8-BCAC-40B1-9DFE-C043ED7D2167}" type="presParOf" srcId="{CDA5F660-EDC1-4953-ADD7-75C5A84EBA01}" destId="{D2EC0C70-9D59-428C-ADC3-3B7F95F1E84B}" srcOrd="0" destOrd="0" presId="urn:microsoft.com/office/officeart/2024/layout/BulletTimeline"/>
    <dgm:cxn modelId="{5377AD99-E221-46E8-B6B4-D54F6108FDEE}" type="presParOf" srcId="{D2EC0C70-9D59-428C-ADC3-3B7F95F1E84B}" destId="{4A282DE0-8E07-419F-9B48-1D30425BAFBD}" srcOrd="0" destOrd="0" presId="urn:microsoft.com/office/officeart/2024/layout/BulletTimeline"/>
    <dgm:cxn modelId="{0790F28C-2B80-4974-B39A-D7076A1636C8}" type="presParOf" srcId="{D2EC0C70-9D59-428C-ADC3-3B7F95F1E84B}" destId="{0FDBDE92-056C-4ABB-B7E6-C9E9B4C3F0C3}" srcOrd="1" destOrd="0" presId="urn:microsoft.com/office/officeart/2024/layout/BulletTimeline"/>
    <dgm:cxn modelId="{37615FD0-6B77-4D1A-8405-A30433BD0361}" type="presParOf" srcId="{CDA5F660-EDC1-4953-ADD7-75C5A84EBA01}" destId="{1F1CAE42-7875-4110-BB1F-D85C5F72D47A}" srcOrd="1" destOrd="0" presId="urn:microsoft.com/office/officeart/2024/layout/BulletTimeline"/>
    <dgm:cxn modelId="{0164F052-5A57-4ADB-97A7-079E97BB4722}" type="presParOf" srcId="{1F1CAE42-7875-4110-BB1F-D85C5F72D47A}" destId="{AC5932EC-A1E3-42CA-9614-C1531E35063B}" srcOrd="0" destOrd="0" presId="urn:microsoft.com/office/officeart/2024/layout/BulletTimeline"/>
    <dgm:cxn modelId="{260DC03F-170B-4CCC-84DE-3F91EEABCADD}" type="presParOf" srcId="{AC5932EC-A1E3-42CA-9614-C1531E35063B}" destId="{6035FE7A-A068-4599-9644-61C7DC25CC04}" srcOrd="0" destOrd="0" presId="urn:microsoft.com/office/officeart/2024/layout/BulletTimeline"/>
    <dgm:cxn modelId="{911AD2B6-C750-4AE7-87A8-F9402B4EB446}" type="presParOf" srcId="{6035FE7A-A068-4599-9644-61C7DC25CC04}" destId="{CB1ED8CB-B3FE-4652-8BEE-5970E170741E}" srcOrd="0" destOrd="0" presId="urn:microsoft.com/office/officeart/2024/layout/BulletTimeline"/>
    <dgm:cxn modelId="{0C90A04F-5E0B-4634-A27D-927539081C9A}" type="presParOf" srcId="{6035FE7A-A068-4599-9644-61C7DC25CC04}" destId="{108BC949-4628-487D-A855-2486E1993717}" srcOrd="1" destOrd="0" presId="urn:microsoft.com/office/officeart/2024/layout/BulletTimeline"/>
    <dgm:cxn modelId="{76FA6193-E132-4170-908A-CB0E3639C741}" type="presParOf" srcId="{AC5932EC-A1E3-42CA-9614-C1531E35063B}" destId="{71A1F154-4B29-49FB-8E87-87FB4DBA2C0D}" srcOrd="1" destOrd="0" presId="urn:microsoft.com/office/officeart/2024/layout/BulletTimeline"/>
    <dgm:cxn modelId="{058201FE-9BB3-444F-B8BA-C4DF8DFB7016}" type="presParOf" srcId="{AC5932EC-A1E3-42CA-9614-C1531E35063B}" destId="{0FC6F7C1-ABD1-44B8-A181-56C611918F43}" srcOrd="2" destOrd="0" presId="urn:microsoft.com/office/officeart/2024/layout/BulletTimeline"/>
    <dgm:cxn modelId="{29B76B15-0316-4683-9243-48B236F20928}" type="presParOf" srcId="{AC5932EC-A1E3-42CA-9614-C1531E35063B}" destId="{039AD509-E268-4F08-81A2-E3A87E28F394}" srcOrd="3" destOrd="0" presId="urn:microsoft.com/office/officeart/2024/layout/BulletTimeline"/>
    <dgm:cxn modelId="{A448D033-43BB-4038-8FD7-66928358A8A4}" type="presParOf" srcId="{AC5932EC-A1E3-42CA-9614-C1531E35063B}" destId="{6E1D3A38-224B-472B-BDA1-B1E7D9465C87}" srcOrd="4" destOrd="0" presId="urn:microsoft.com/office/officeart/2024/layout/BulletTimeline"/>
    <dgm:cxn modelId="{E6B8062E-E831-4020-8ED3-DDF5FEAD1BAA}" type="presParOf" srcId="{6E1D3A38-224B-472B-BDA1-B1E7D9465C87}" destId="{DD0B1960-0CED-4A0D-9144-C4E0ACD436E7}" srcOrd="0" destOrd="0" presId="urn:microsoft.com/office/officeart/2024/layout/BulletTimeline"/>
    <dgm:cxn modelId="{8A3C34E7-2045-43C6-B4DF-268BBD51EBED}" type="presParOf" srcId="{AC5932EC-A1E3-42CA-9614-C1531E35063B}" destId="{92BD1A56-C20A-4A55-8710-A48C0DF354AF}" srcOrd="5" destOrd="0" presId="urn:microsoft.com/office/officeart/2024/layout/BulletTimeline"/>
    <dgm:cxn modelId="{BD025B74-61A8-4A2C-88E8-D3568D1333F0}" type="presParOf" srcId="{1F1CAE42-7875-4110-BB1F-D85C5F72D47A}" destId="{7971610E-A665-4653-AA84-39EE5EC2B491}" srcOrd="1" destOrd="0" presId="urn:microsoft.com/office/officeart/2024/layout/BulletTimeline"/>
    <dgm:cxn modelId="{C710865E-63B7-42EA-A7BD-77E6109E685D}" type="presParOf" srcId="{1F1CAE42-7875-4110-BB1F-D85C5F72D47A}" destId="{07AC8089-FAF7-4A4E-A6F1-299970A992D8}" srcOrd="2" destOrd="0" presId="urn:microsoft.com/office/officeart/2024/layout/BulletTimeline"/>
    <dgm:cxn modelId="{19B3B767-CA83-4AD4-9A4C-E857EB11755A}" type="presParOf" srcId="{07AC8089-FAF7-4A4E-A6F1-299970A992D8}" destId="{2F8F656A-9625-4044-B218-C7430CCE7D8E}" srcOrd="0" destOrd="0" presId="urn:microsoft.com/office/officeart/2024/layout/BulletTimeline"/>
    <dgm:cxn modelId="{79368C04-15D1-4107-9354-7DB7602807AC}" type="presParOf" srcId="{2F8F656A-9625-4044-B218-C7430CCE7D8E}" destId="{2841C53A-48E0-42C9-A1B1-1731220ACF1F}" srcOrd="0" destOrd="0" presId="urn:microsoft.com/office/officeart/2024/layout/BulletTimeline"/>
    <dgm:cxn modelId="{B9DC4B18-270C-4669-A956-0E8A481D6D77}" type="presParOf" srcId="{2F8F656A-9625-4044-B218-C7430CCE7D8E}" destId="{66BE9887-797F-4AA2-BD10-2DB097D065FB}" srcOrd="1" destOrd="0" presId="urn:microsoft.com/office/officeart/2024/layout/BulletTimeline"/>
    <dgm:cxn modelId="{A13D0183-D94A-457F-8CFD-A4E658D95BB7}" type="presParOf" srcId="{07AC8089-FAF7-4A4E-A6F1-299970A992D8}" destId="{7429A21C-CC33-4009-92F2-54D55AEA52EE}" srcOrd="1" destOrd="0" presId="urn:microsoft.com/office/officeart/2024/layout/BulletTimeline"/>
    <dgm:cxn modelId="{D09B7616-DC44-4838-893C-315696157795}" type="presParOf" srcId="{07AC8089-FAF7-4A4E-A6F1-299970A992D8}" destId="{B41FACAF-F43C-472F-B545-C9D907B3144B}" srcOrd="2" destOrd="0" presId="urn:microsoft.com/office/officeart/2024/layout/BulletTimeline"/>
    <dgm:cxn modelId="{7627E554-1A49-4A13-B6E3-35D904237C4D}" type="presParOf" srcId="{07AC8089-FAF7-4A4E-A6F1-299970A992D8}" destId="{248C302D-1845-4709-8FBE-A7C2843D1C28}" srcOrd="3" destOrd="0" presId="urn:microsoft.com/office/officeart/2024/layout/BulletTimeline"/>
    <dgm:cxn modelId="{88660828-D4D5-4D64-B243-46602062FE13}" type="presParOf" srcId="{07AC8089-FAF7-4A4E-A6F1-299970A992D8}" destId="{EE633BF6-9A24-416F-8548-305EB9508B0B}" srcOrd="4" destOrd="0" presId="urn:microsoft.com/office/officeart/2024/layout/BulletTimeline"/>
    <dgm:cxn modelId="{3744D739-44F6-41D8-A853-996A67BEBD89}" type="presParOf" srcId="{EE633BF6-9A24-416F-8548-305EB9508B0B}" destId="{D204EC49-BD88-407E-B28B-FEDF6D22650A}" srcOrd="0" destOrd="0" presId="urn:microsoft.com/office/officeart/2024/layout/BulletTimeline"/>
    <dgm:cxn modelId="{F950BE24-15FA-41C3-B3C2-7EEF44E21F7C}" type="presParOf" srcId="{07AC8089-FAF7-4A4E-A6F1-299970A992D8}" destId="{013E1A95-5B73-4AA0-8163-20170C1DDE5E}" srcOrd="5" destOrd="0" presId="urn:microsoft.com/office/officeart/2024/layout/BulletTimeline"/>
    <dgm:cxn modelId="{8F0DF7AE-D46E-443B-90CD-174D29EE6F25}" type="presParOf" srcId="{1F1CAE42-7875-4110-BB1F-D85C5F72D47A}" destId="{E238B07A-2FAD-41AB-833E-BE451DA39BEB}" srcOrd="3" destOrd="0" presId="urn:microsoft.com/office/officeart/2024/layout/BulletTimeline"/>
    <dgm:cxn modelId="{FE838748-B796-424C-AE7F-AD1FCE9EB9DB}" type="presParOf" srcId="{1F1CAE42-7875-4110-BB1F-D85C5F72D47A}" destId="{AC3E7EB0-0500-414C-B7DD-C0FD9A3A334F}" srcOrd="4" destOrd="0" presId="urn:microsoft.com/office/officeart/2024/layout/BulletTimeline"/>
    <dgm:cxn modelId="{C365CD9C-BCB1-42B1-AB9F-A89BC4980CD2}" type="presParOf" srcId="{AC3E7EB0-0500-414C-B7DD-C0FD9A3A334F}" destId="{7DC71A18-BA6B-4AC3-BE11-B8DDF69452F6}" srcOrd="0" destOrd="0" presId="urn:microsoft.com/office/officeart/2024/layout/BulletTimeline"/>
    <dgm:cxn modelId="{27774038-B818-48E6-B3E4-DC50700B9D97}" type="presParOf" srcId="{7DC71A18-BA6B-4AC3-BE11-B8DDF69452F6}" destId="{B1A3DEA1-D910-4901-9B30-5672B5C74D3E}" srcOrd="0" destOrd="0" presId="urn:microsoft.com/office/officeart/2024/layout/BulletTimeline"/>
    <dgm:cxn modelId="{F350EB17-10C6-4BFE-BD46-3D3A4DD7289D}" type="presParOf" srcId="{7DC71A18-BA6B-4AC3-BE11-B8DDF69452F6}" destId="{2B87E26D-E8A7-47F1-9555-C6CA1EF14CB9}" srcOrd="1" destOrd="0" presId="urn:microsoft.com/office/officeart/2024/layout/BulletTimeline"/>
    <dgm:cxn modelId="{CE709DA1-9117-4C5C-A3DB-E3E4BD4E7258}" type="presParOf" srcId="{AC3E7EB0-0500-414C-B7DD-C0FD9A3A334F}" destId="{699EB8DD-8F77-4B18-895D-19A9E84DC0A8}" srcOrd="1" destOrd="0" presId="urn:microsoft.com/office/officeart/2024/layout/BulletTimeline"/>
    <dgm:cxn modelId="{8E21A709-9215-4956-9F3B-81F77611BA77}" type="presParOf" srcId="{AC3E7EB0-0500-414C-B7DD-C0FD9A3A334F}" destId="{ADCD9192-A630-46EA-83D7-9C4CD49ABAA6}" srcOrd="2" destOrd="0" presId="urn:microsoft.com/office/officeart/2024/layout/BulletTimeline"/>
    <dgm:cxn modelId="{0A9598F8-6821-4F43-BA94-35B17787E7DC}" type="presParOf" srcId="{AC3E7EB0-0500-414C-B7DD-C0FD9A3A334F}" destId="{B93837E0-A5A0-4BA9-A427-129595E5A69D}" srcOrd="3" destOrd="0" presId="urn:microsoft.com/office/officeart/2024/layout/BulletTimeline"/>
    <dgm:cxn modelId="{8A49B3BB-FAC0-4BC8-AADA-FB24FB823F6F}" type="presParOf" srcId="{AC3E7EB0-0500-414C-B7DD-C0FD9A3A334F}" destId="{03D47D8B-6F94-4815-B2EF-4B2E75D92D8A}" srcOrd="4" destOrd="0" presId="urn:microsoft.com/office/officeart/2024/layout/BulletTimeline"/>
    <dgm:cxn modelId="{6939D239-23B0-4909-A20C-B151A6C64399}" type="presParOf" srcId="{03D47D8B-6F94-4815-B2EF-4B2E75D92D8A}" destId="{C0B06202-7F93-4ED4-BD37-5B9E424FB841}" srcOrd="0" destOrd="0" presId="urn:microsoft.com/office/officeart/2024/layout/BulletTimeline"/>
    <dgm:cxn modelId="{95D29446-60C3-4F89-9D73-26707CA00BC6}" type="presParOf" srcId="{AC3E7EB0-0500-414C-B7DD-C0FD9A3A334F}" destId="{58FC8513-1DE4-47E6-89CA-A50C7CC7C52B}" srcOrd="5" destOrd="0" presId="urn:microsoft.com/office/officeart/2024/layout/BulletTimeline"/>
    <dgm:cxn modelId="{AAB60EEB-0A1F-4ECD-99E1-3CE6D1ABDF70}" type="presParOf" srcId="{1F1CAE42-7875-4110-BB1F-D85C5F72D47A}" destId="{D2AB3876-C849-448E-B51A-95257E0640AE}" srcOrd="5" destOrd="0" presId="urn:microsoft.com/office/officeart/2024/layout/BulletTimeline"/>
    <dgm:cxn modelId="{36F8EB21-6B41-4AA0-AD5B-ADD84EB78C57}" type="presParOf" srcId="{1F1CAE42-7875-4110-BB1F-D85C5F72D47A}" destId="{B413ACA7-4B3D-40F0-90DE-504CD9702220}" srcOrd="6" destOrd="0" presId="urn:microsoft.com/office/officeart/2024/layout/BulletTimeline"/>
    <dgm:cxn modelId="{4CED077F-A159-49CA-BE0E-326B3FD05B2C}" type="presParOf" srcId="{B413ACA7-4B3D-40F0-90DE-504CD9702220}" destId="{7AADE161-BA4C-49E7-8621-11A92FDC2ADA}" srcOrd="0" destOrd="0" presId="urn:microsoft.com/office/officeart/2024/layout/BulletTimeline"/>
    <dgm:cxn modelId="{1A00BB0A-BA43-4C60-81CE-0ED52DE43897}" type="presParOf" srcId="{7AADE161-BA4C-49E7-8621-11A92FDC2ADA}" destId="{87290C1B-728D-447C-8E08-47DB578ADE66}" srcOrd="0" destOrd="0" presId="urn:microsoft.com/office/officeart/2024/layout/BulletTimeline"/>
    <dgm:cxn modelId="{47F40274-2872-4F38-BF13-9A1B46F7898F}" type="presParOf" srcId="{7AADE161-BA4C-49E7-8621-11A92FDC2ADA}" destId="{2C31B38D-AE86-4AD8-9D83-B60D4FCD2A00}" srcOrd="1" destOrd="0" presId="urn:microsoft.com/office/officeart/2024/layout/BulletTimeline"/>
    <dgm:cxn modelId="{955CB25E-9245-421A-A6C4-C7B397C302B9}" type="presParOf" srcId="{B413ACA7-4B3D-40F0-90DE-504CD9702220}" destId="{FFA3909E-23C1-4784-BB91-B90C7DF0F98A}" srcOrd="1" destOrd="0" presId="urn:microsoft.com/office/officeart/2024/layout/BulletTimeline"/>
    <dgm:cxn modelId="{A61C261C-BE0E-4A15-A575-D648A966EC22}" type="presParOf" srcId="{B413ACA7-4B3D-40F0-90DE-504CD9702220}" destId="{E09D7B8D-59DA-4A6B-BFB6-3B29E052F352}" srcOrd="2" destOrd="0" presId="urn:microsoft.com/office/officeart/2024/layout/BulletTimeline"/>
    <dgm:cxn modelId="{DF3575D9-92AB-4224-88B4-F24418D6F59D}" type="presParOf" srcId="{B413ACA7-4B3D-40F0-90DE-504CD9702220}" destId="{F74DE3AC-CBFD-4B10-805E-ED97E018991E}" srcOrd="3" destOrd="0" presId="urn:microsoft.com/office/officeart/2024/layout/BulletTimeline"/>
    <dgm:cxn modelId="{E64282D8-2248-4D04-BE1B-DC8FF1E3A218}" type="presParOf" srcId="{B413ACA7-4B3D-40F0-90DE-504CD9702220}" destId="{7CD8C26D-6FDE-4ED8-873F-7B15251DFE64}" srcOrd="4" destOrd="0" presId="urn:microsoft.com/office/officeart/2024/layout/BulletTimeline"/>
    <dgm:cxn modelId="{AB337A79-65D9-43F0-9320-3B1B5948AD6E}" type="presParOf" srcId="{7CD8C26D-6FDE-4ED8-873F-7B15251DFE64}" destId="{BF322512-6EC0-4308-8222-CEDDB22E9518}" srcOrd="0" destOrd="0" presId="urn:microsoft.com/office/officeart/2024/layout/BulletTimeline"/>
    <dgm:cxn modelId="{6DD55120-5600-488C-B15B-466D54EB4489}" type="presParOf" srcId="{B413ACA7-4B3D-40F0-90DE-504CD9702220}" destId="{0CF96FD2-29F5-4735-91EF-513122C2687B}" srcOrd="5" destOrd="0" presId="urn:microsoft.com/office/officeart/2024/layout/BulletTimeline"/>
    <dgm:cxn modelId="{A22C9763-615C-4C7A-BEAF-571F398DA6A6}" type="presParOf" srcId="{1F1CAE42-7875-4110-BB1F-D85C5F72D47A}" destId="{0435D7A1-A6AD-40AE-BEF2-456D6E50A1B7}" srcOrd="7" destOrd="0" presId="urn:microsoft.com/office/officeart/2024/layout/BulletTimeline"/>
    <dgm:cxn modelId="{0E62EAB9-4835-4B63-ADF1-682987CB9329}" type="presParOf" srcId="{1F1CAE42-7875-4110-BB1F-D85C5F72D47A}" destId="{1DDA73E8-9B69-4135-93ED-C31E86185255}" srcOrd="8" destOrd="0" presId="urn:microsoft.com/office/officeart/2024/layout/BulletTimeline"/>
    <dgm:cxn modelId="{39201F8C-C3E7-4F53-B65F-50440CA5A373}" type="presParOf" srcId="{1DDA73E8-9B69-4135-93ED-C31E86185255}" destId="{4AB8F59F-2DCA-4CD9-8B8A-B8B4E0C2AA5D}" srcOrd="0" destOrd="0" presId="urn:microsoft.com/office/officeart/2024/layout/BulletTimeline"/>
    <dgm:cxn modelId="{30F157DC-228D-4E3A-8078-76C3F8907AD3}" type="presParOf" srcId="{4AB8F59F-2DCA-4CD9-8B8A-B8B4E0C2AA5D}" destId="{3CFBA5EF-A3B6-4039-ACEA-C693B368AE99}" srcOrd="0" destOrd="0" presId="urn:microsoft.com/office/officeart/2024/layout/BulletTimeline"/>
    <dgm:cxn modelId="{39F164D3-D51E-47BC-8FEC-A67148863BDE}" type="presParOf" srcId="{4AB8F59F-2DCA-4CD9-8B8A-B8B4E0C2AA5D}" destId="{6C06132D-FE1B-4F7E-B1D3-7004F95487B6}" srcOrd="1" destOrd="0" presId="urn:microsoft.com/office/officeart/2024/layout/BulletTimeline"/>
    <dgm:cxn modelId="{E01F362C-163E-4B3E-BC60-9A37403C87C3}" type="presParOf" srcId="{1DDA73E8-9B69-4135-93ED-C31E86185255}" destId="{B28C428C-7D1A-4CF9-822E-3326C9208B9B}" srcOrd="1" destOrd="0" presId="urn:microsoft.com/office/officeart/2024/layout/BulletTimeline"/>
    <dgm:cxn modelId="{869BFF04-94C1-4C56-A025-C0F5174D92ED}" type="presParOf" srcId="{1DDA73E8-9B69-4135-93ED-C31E86185255}" destId="{D29B981B-363C-4094-B62E-050F7CB55629}" srcOrd="2" destOrd="0" presId="urn:microsoft.com/office/officeart/2024/layout/BulletTimeline"/>
    <dgm:cxn modelId="{A5E546D6-DFAF-4175-9FBE-FC62448A2E98}" type="presParOf" srcId="{1DDA73E8-9B69-4135-93ED-C31E86185255}" destId="{95E717A6-FF89-478B-BE2F-88436237E80C}" srcOrd="3" destOrd="0" presId="urn:microsoft.com/office/officeart/2024/layout/BulletTimeline"/>
    <dgm:cxn modelId="{C58CEA56-A524-4E2D-A25D-295C7E68A2E4}" type="presParOf" srcId="{1DDA73E8-9B69-4135-93ED-C31E86185255}" destId="{4760A66A-7D1F-4A2D-89DD-87476CB13330}" srcOrd="4" destOrd="0" presId="urn:microsoft.com/office/officeart/2024/layout/BulletTimeline"/>
    <dgm:cxn modelId="{B2465F4A-564E-49C9-B705-CC25469CE3F5}" type="presParOf" srcId="{4760A66A-7D1F-4A2D-89DD-87476CB13330}" destId="{1DD5AC76-0AC0-4F5E-8F8D-08D56314B1C0}" srcOrd="0" destOrd="0" presId="urn:microsoft.com/office/officeart/2024/layout/BulletTimeline"/>
    <dgm:cxn modelId="{CB5E9E7B-32F9-4E1C-ACB9-321F356FD6AE}" type="presParOf" srcId="{1DDA73E8-9B69-4135-93ED-C31E86185255}" destId="{3C534C49-50FF-4782-B4E6-99854A795AF8}" srcOrd="5" destOrd="0" presId="urn:microsoft.com/office/officeart/2024/layout/BulletTimeline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B9D017-C1B7-4200-848B-0FB4577B2BC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de-DE"/>
        </a:p>
      </dgm:t>
    </dgm:pt>
    <dgm:pt modelId="{7B2EBF87-53DD-41CF-B5A9-19B08ED01F6E}">
      <dgm:prSet phldrT="[Text]" phldr="1" custT="1"/>
      <dgm:spPr/>
      <dgm:t>
        <a:bodyPr/>
        <a:lstStyle/>
        <a:p>
          <a:endParaRPr lang="de-DE" sz="5400" dirty="0"/>
        </a:p>
      </dgm:t>
    </dgm:pt>
    <dgm:pt modelId="{A3DAA5FB-3C0B-478A-BC25-0C953F361673}" type="parTrans" cxnId="{B4A81BA9-7182-4F5C-A226-C67B8B5FEF59}">
      <dgm:prSet/>
      <dgm:spPr/>
      <dgm:t>
        <a:bodyPr/>
        <a:lstStyle/>
        <a:p>
          <a:endParaRPr lang="de-DE"/>
        </a:p>
      </dgm:t>
    </dgm:pt>
    <dgm:pt modelId="{DFF9F603-665A-4598-AEF9-41A02C9425B3}" type="sibTrans" cxnId="{B4A81BA9-7182-4F5C-A226-C67B8B5FEF59}">
      <dgm:prSet/>
      <dgm:spPr/>
      <dgm:t>
        <a:bodyPr/>
        <a:lstStyle/>
        <a:p>
          <a:endParaRPr lang="de-DE"/>
        </a:p>
      </dgm:t>
    </dgm:pt>
    <dgm:pt modelId="{88D75130-E77D-48EF-92C0-A823A01812F2}">
      <dgm:prSet phldrT="[Text]" phldr="1" custT="1"/>
      <dgm:spPr/>
      <dgm:t>
        <a:bodyPr/>
        <a:lstStyle/>
        <a:p>
          <a:endParaRPr lang="de-DE" sz="5400" dirty="0"/>
        </a:p>
      </dgm:t>
    </dgm:pt>
    <dgm:pt modelId="{4497F104-AC30-46EE-87E0-6E3E7EE8C410}" type="parTrans" cxnId="{6E611E5F-90E2-4438-9BC2-173E26EFBE9C}">
      <dgm:prSet/>
      <dgm:spPr/>
      <dgm:t>
        <a:bodyPr/>
        <a:lstStyle/>
        <a:p>
          <a:endParaRPr lang="de-DE"/>
        </a:p>
      </dgm:t>
    </dgm:pt>
    <dgm:pt modelId="{9AE2D145-1AB0-45B0-BE5A-035B91DEBBCB}" type="sibTrans" cxnId="{6E611E5F-90E2-4438-9BC2-173E26EFBE9C}">
      <dgm:prSet/>
      <dgm:spPr/>
      <dgm:t>
        <a:bodyPr/>
        <a:lstStyle/>
        <a:p>
          <a:endParaRPr lang="de-DE"/>
        </a:p>
      </dgm:t>
    </dgm:pt>
    <dgm:pt modelId="{692DE8F7-464F-4BAD-AC1A-48D5AC2BA798}">
      <dgm:prSet phldrT="[Text]" phldr="1" custT="1"/>
      <dgm:spPr/>
      <dgm:t>
        <a:bodyPr/>
        <a:lstStyle/>
        <a:p>
          <a:endParaRPr lang="de-DE" sz="5400" dirty="0"/>
        </a:p>
      </dgm:t>
    </dgm:pt>
    <dgm:pt modelId="{CA9B310C-61CF-46A4-855F-647C4A8B839B}" type="parTrans" cxnId="{60499960-D4D4-4F94-BB35-4ACB93DC9D73}">
      <dgm:prSet/>
      <dgm:spPr/>
      <dgm:t>
        <a:bodyPr/>
        <a:lstStyle/>
        <a:p>
          <a:endParaRPr lang="de-DE"/>
        </a:p>
      </dgm:t>
    </dgm:pt>
    <dgm:pt modelId="{52DBE042-D43B-436A-B4B7-FF9D7E649260}" type="sibTrans" cxnId="{60499960-D4D4-4F94-BB35-4ACB93DC9D73}">
      <dgm:prSet/>
      <dgm:spPr/>
      <dgm:t>
        <a:bodyPr/>
        <a:lstStyle/>
        <a:p>
          <a:endParaRPr lang="de-DE"/>
        </a:p>
      </dgm:t>
    </dgm:pt>
    <dgm:pt modelId="{0CFFB882-F71C-404D-99AA-105799376E0B}" type="pres">
      <dgm:prSet presAssocID="{A0B9D017-C1B7-4200-848B-0FB4577B2BC3}" presName="Name0" presStyleCnt="0">
        <dgm:presLayoutVars>
          <dgm:chMax val="7"/>
          <dgm:chPref val="7"/>
          <dgm:dir/>
        </dgm:presLayoutVars>
      </dgm:prSet>
      <dgm:spPr/>
    </dgm:pt>
    <dgm:pt modelId="{8284D4A2-FDE9-4128-9842-468674575C6E}" type="pres">
      <dgm:prSet presAssocID="{A0B9D017-C1B7-4200-848B-0FB4577B2BC3}" presName="Name1" presStyleCnt="0"/>
      <dgm:spPr/>
    </dgm:pt>
    <dgm:pt modelId="{BC484825-3852-4558-83BA-7996085A3625}" type="pres">
      <dgm:prSet presAssocID="{A0B9D017-C1B7-4200-848B-0FB4577B2BC3}" presName="cycle" presStyleCnt="0"/>
      <dgm:spPr/>
    </dgm:pt>
    <dgm:pt modelId="{564894BF-955F-4F73-971A-E8F46A078AE9}" type="pres">
      <dgm:prSet presAssocID="{A0B9D017-C1B7-4200-848B-0FB4577B2BC3}" presName="srcNode" presStyleLbl="node1" presStyleIdx="0" presStyleCnt="3"/>
      <dgm:spPr/>
    </dgm:pt>
    <dgm:pt modelId="{3EAA5C4B-D0B4-4D4D-B79B-931EE018A6C8}" type="pres">
      <dgm:prSet presAssocID="{A0B9D017-C1B7-4200-848B-0FB4577B2BC3}" presName="conn" presStyleLbl="parChTrans1D2" presStyleIdx="0" presStyleCnt="1"/>
      <dgm:spPr/>
    </dgm:pt>
    <dgm:pt modelId="{5BDA6373-A275-4D4A-92E3-30FE6529BB3B}" type="pres">
      <dgm:prSet presAssocID="{A0B9D017-C1B7-4200-848B-0FB4577B2BC3}" presName="extraNode" presStyleLbl="node1" presStyleIdx="0" presStyleCnt="3"/>
      <dgm:spPr/>
    </dgm:pt>
    <dgm:pt modelId="{B5BB3E32-8A5D-4474-AD19-F79500CD923E}" type="pres">
      <dgm:prSet presAssocID="{A0B9D017-C1B7-4200-848B-0FB4577B2BC3}" presName="dstNode" presStyleLbl="node1" presStyleIdx="0" presStyleCnt="3"/>
      <dgm:spPr/>
    </dgm:pt>
    <dgm:pt modelId="{76B00B9C-57BB-41E7-BAFE-5BDAEF8A727C}" type="pres">
      <dgm:prSet presAssocID="{7B2EBF87-53DD-41CF-B5A9-19B08ED01F6E}" presName="text_1" presStyleLbl="node1" presStyleIdx="0" presStyleCnt="3">
        <dgm:presLayoutVars>
          <dgm:bulletEnabled val="1"/>
        </dgm:presLayoutVars>
      </dgm:prSet>
      <dgm:spPr/>
    </dgm:pt>
    <dgm:pt modelId="{53A3B034-E187-4BDF-B7AE-F63A7CF1A5D6}" type="pres">
      <dgm:prSet presAssocID="{7B2EBF87-53DD-41CF-B5A9-19B08ED01F6E}" presName="accent_1" presStyleCnt="0"/>
      <dgm:spPr/>
    </dgm:pt>
    <dgm:pt modelId="{AA587B2E-2C79-4943-A4E9-CA442368EF0F}" type="pres">
      <dgm:prSet presAssocID="{7B2EBF87-53DD-41CF-B5A9-19B08ED01F6E}" presName="accentRepeatNode" presStyleLbl="solidFgAcc1" presStyleIdx="0" presStyleCnt="3"/>
      <dgm:spPr/>
    </dgm:pt>
    <dgm:pt modelId="{AFBECB4A-A0AE-4D64-B248-1617D8DBA673}" type="pres">
      <dgm:prSet presAssocID="{88D75130-E77D-48EF-92C0-A823A01812F2}" presName="text_2" presStyleLbl="node1" presStyleIdx="1" presStyleCnt="3">
        <dgm:presLayoutVars>
          <dgm:bulletEnabled val="1"/>
        </dgm:presLayoutVars>
      </dgm:prSet>
      <dgm:spPr/>
    </dgm:pt>
    <dgm:pt modelId="{B4879D0A-A890-429C-8F4D-CEC2867060CF}" type="pres">
      <dgm:prSet presAssocID="{88D75130-E77D-48EF-92C0-A823A01812F2}" presName="accent_2" presStyleCnt="0"/>
      <dgm:spPr/>
    </dgm:pt>
    <dgm:pt modelId="{E1D3B845-1098-476F-8D3F-06CB6AA2BB3E}" type="pres">
      <dgm:prSet presAssocID="{88D75130-E77D-48EF-92C0-A823A01812F2}" presName="accentRepeatNode" presStyleLbl="solidFgAcc1" presStyleIdx="1" presStyleCnt="3"/>
      <dgm:spPr/>
    </dgm:pt>
    <dgm:pt modelId="{B1F44E7E-691A-48B4-BE43-D393D07D02D5}" type="pres">
      <dgm:prSet presAssocID="{692DE8F7-464F-4BAD-AC1A-48D5AC2BA798}" presName="text_3" presStyleLbl="node1" presStyleIdx="2" presStyleCnt="3">
        <dgm:presLayoutVars>
          <dgm:bulletEnabled val="1"/>
        </dgm:presLayoutVars>
      </dgm:prSet>
      <dgm:spPr/>
    </dgm:pt>
    <dgm:pt modelId="{054522A9-1C8E-48ED-A507-E05693A6F512}" type="pres">
      <dgm:prSet presAssocID="{692DE8F7-464F-4BAD-AC1A-48D5AC2BA798}" presName="accent_3" presStyleCnt="0"/>
      <dgm:spPr/>
    </dgm:pt>
    <dgm:pt modelId="{CD59FB30-76FE-4C4B-98CF-3F13C6E09E22}" type="pres">
      <dgm:prSet presAssocID="{692DE8F7-464F-4BAD-AC1A-48D5AC2BA798}" presName="accentRepeatNode" presStyleLbl="solidFgAcc1" presStyleIdx="2" presStyleCnt="3"/>
      <dgm:spPr/>
    </dgm:pt>
  </dgm:ptLst>
  <dgm:cxnLst>
    <dgm:cxn modelId="{44FE5720-1DD7-4618-86E6-AACEBA478AC6}" type="presOf" srcId="{DFF9F603-665A-4598-AEF9-41A02C9425B3}" destId="{3EAA5C4B-D0B4-4D4D-B79B-931EE018A6C8}" srcOrd="0" destOrd="0" presId="urn:microsoft.com/office/officeart/2008/layout/VerticalCurvedList"/>
    <dgm:cxn modelId="{B3796136-112D-4699-A851-534A1D2393AB}" type="presOf" srcId="{7B2EBF87-53DD-41CF-B5A9-19B08ED01F6E}" destId="{76B00B9C-57BB-41E7-BAFE-5BDAEF8A727C}" srcOrd="0" destOrd="0" presId="urn:microsoft.com/office/officeart/2008/layout/VerticalCurvedList"/>
    <dgm:cxn modelId="{6E611E5F-90E2-4438-9BC2-173E26EFBE9C}" srcId="{A0B9D017-C1B7-4200-848B-0FB4577B2BC3}" destId="{88D75130-E77D-48EF-92C0-A823A01812F2}" srcOrd="1" destOrd="0" parTransId="{4497F104-AC30-46EE-87E0-6E3E7EE8C410}" sibTransId="{9AE2D145-1AB0-45B0-BE5A-035B91DEBBCB}"/>
    <dgm:cxn modelId="{60499960-D4D4-4F94-BB35-4ACB93DC9D73}" srcId="{A0B9D017-C1B7-4200-848B-0FB4577B2BC3}" destId="{692DE8F7-464F-4BAD-AC1A-48D5AC2BA798}" srcOrd="2" destOrd="0" parTransId="{CA9B310C-61CF-46A4-855F-647C4A8B839B}" sibTransId="{52DBE042-D43B-436A-B4B7-FF9D7E649260}"/>
    <dgm:cxn modelId="{B4A81BA9-7182-4F5C-A226-C67B8B5FEF59}" srcId="{A0B9D017-C1B7-4200-848B-0FB4577B2BC3}" destId="{7B2EBF87-53DD-41CF-B5A9-19B08ED01F6E}" srcOrd="0" destOrd="0" parTransId="{A3DAA5FB-3C0B-478A-BC25-0C953F361673}" sibTransId="{DFF9F603-665A-4598-AEF9-41A02C9425B3}"/>
    <dgm:cxn modelId="{3AAB34C7-A0F9-4958-9691-31C83A465445}" type="presOf" srcId="{88D75130-E77D-48EF-92C0-A823A01812F2}" destId="{AFBECB4A-A0AE-4D64-B248-1617D8DBA673}" srcOrd="0" destOrd="0" presId="urn:microsoft.com/office/officeart/2008/layout/VerticalCurvedList"/>
    <dgm:cxn modelId="{DD0728CD-04A7-4337-BEF7-2B501637EA35}" type="presOf" srcId="{A0B9D017-C1B7-4200-848B-0FB4577B2BC3}" destId="{0CFFB882-F71C-404D-99AA-105799376E0B}" srcOrd="0" destOrd="0" presId="urn:microsoft.com/office/officeart/2008/layout/VerticalCurvedList"/>
    <dgm:cxn modelId="{B0F695DA-48AD-4BE8-9655-A076F72BFFE8}" type="presOf" srcId="{692DE8F7-464F-4BAD-AC1A-48D5AC2BA798}" destId="{B1F44E7E-691A-48B4-BE43-D393D07D02D5}" srcOrd="0" destOrd="0" presId="urn:microsoft.com/office/officeart/2008/layout/VerticalCurvedList"/>
    <dgm:cxn modelId="{A9D8F0FD-7A76-4869-AA32-15DBAC62E1B0}" type="presParOf" srcId="{0CFFB882-F71C-404D-99AA-105799376E0B}" destId="{8284D4A2-FDE9-4128-9842-468674575C6E}" srcOrd="0" destOrd="0" presId="urn:microsoft.com/office/officeart/2008/layout/VerticalCurvedList"/>
    <dgm:cxn modelId="{B2031CA2-9CC8-434A-8D1A-5CED68C6146D}" type="presParOf" srcId="{8284D4A2-FDE9-4128-9842-468674575C6E}" destId="{BC484825-3852-4558-83BA-7996085A3625}" srcOrd="0" destOrd="0" presId="urn:microsoft.com/office/officeart/2008/layout/VerticalCurvedList"/>
    <dgm:cxn modelId="{D31E43E8-FDCE-45BF-BF6E-66396D8C7169}" type="presParOf" srcId="{BC484825-3852-4558-83BA-7996085A3625}" destId="{564894BF-955F-4F73-971A-E8F46A078AE9}" srcOrd="0" destOrd="0" presId="urn:microsoft.com/office/officeart/2008/layout/VerticalCurvedList"/>
    <dgm:cxn modelId="{99B8C8DA-9188-4206-BBB5-128A22FEF9B6}" type="presParOf" srcId="{BC484825-3852-4558-83BA-7996085A3625}" destId="{3EAA5C4B-D0B4-4D4D-B79B-931EE018A6C8}" srcOrd="1" destOrd="0" presId="urn:microsoft.com/office/officeart/2008/layout/VerticalCurvedList"/>
    <dgm:cxn modelId="{F15B6AD7-848B-4CAC-AD05-54D83A470FC4}" type="presParOf" srcId="{BC484825-3852-4558-83BA-7996085A3625}" destId="{5BDA6373-A275-4D4A-92E3-30FE6529BB3B}" srcOrd="2" destOrd="0" presId="urn:microsoft.com/office/officeart/2008/layout/VerticalCurvedList"/>
    <dgm:cxn modelId="{D984D8C4-2609-453A-A81B-D617110519B9}" type="presParOf" srcId="{BC484825-3852-4558-83BA-7996085A3625}" destId="{B5BB3E32-8A5D-4474-AD19-F79500CD923E}" srcOrd="3" destOrd="0" presId="urn:microsoft.com/office/officeart/2008/layout/VerticalCurvedList"/>
    <dgm:cxn modelId="{17FFDC49-21FE-4521-B9B0-0AD9B49962DC}" type="presParOf" srcId="{8284D4A2-FDE9-4128-9842-468674575C6E}" destId="{76B00B9C-57BB-41E7-BAFE-5BDAEF8A727C}" srcOrd="1" destOrd="0" presId="urn:microsoft.com/office/officeart/2008/layout/VerticalCurvedList"/>
    <dgm:cxn modelId="{FC7107B7-C6E2-4261-8D1B-BF76EB825F9A}" type="presParOf" srcId="{8284D4A2-FDE9-4128-9842-468674575C6E}" destId="{53A3B034-E187-4BDF-B7AE-F63A7CF1A5D6}" srcOrd="2" destOrd="0" presId="urn:microsoft.com/office/officeart/2008/layout/VerticalCurvedList"/>
    <dgm:cxn modelId="{011E8F69-C461-415E-8439-E286EBBFFBAE}" type="presParOf" srcId="{53A3B034-E187-4BDF-B7AE-F63A7CF1A5D6}" destId="{AA587B2E-2C79-4943-A4E9-CA442368EF0F}" srcOrd="0" destOrd="0" presId="urn:microsoft.com/office/officeart/2008/layout/VerticalCurvedList"/>
    <dgm:cxn modelId="{C26CF315-A16E-4106-B02B-FB045A8960AE}" type="presParOf" srcId="{8284D4A2-FDE9-4128-9842-468674575C6E}" destId="{AFBECB4A-A0AE-4D64-B248-1617D8DBA673}" srcOrd="3" destOrd="0" presId="urn:microsoft.com/office/officeart/2008/layout/VerticalCurvedList"/>
    <dgm:cxn modelId="{11D43796-E526-4FAB-BE4B-0E41F682F0B0}" type="presParOf" srcId="{8284D4A2-FDE9-4128-9842-468674575C6E}" destId="{B4879D0A-A890-429C-8F4D-CEC2867060CF}" srcOrd="4" destOrd="0" presId="urn:microsoft.com/office/officeart/2008/layout/VerticalCurvedList"/>
    <dgm:cxn modelId="{06CF25B3-AFDF-4137-82E8-90F0F7CEE8F5}" type="presParOf" srcId="{B4879D0A-A890-429C-8F4D-CEC2867060CF}" destId="{E1D3B845-1098-476F-8D3F-06CB6AA2BB3E}" srcOrd="0" destOrd="0" presId="urn:microsoft.com/office/officeart/2008/layout/VerticalCurvedList"/>
    <dgm:cxn modelId="{DB6CE3B1-0DC3-4179-B5AB-5CD0F52A42A3}" type="presParOf" srcId="{8284D4A2-FDE9-4128-9842-468674575C6E}" destId="{B1F44E7E-691A-48B4-BE43-D393D07D02D5}" srcOrd="5" destOrd="0" presId="urn:microsoft.com/office/officeart/2008/layout/VerticalCurvedList"/>
    <dgm:cxn modelId="{D531A8A6-65D4-4ADB-99B4-14FD2B19ACAB}" type="presParOf" srcId="{8284D4A2-FDE9-4128-9842-468674575C6E}" destId="{054522A9-1C8E-48ED-A507-E05693A6F512}" srcOrd="6" destOrd="0" presId="urn:microsoft.com/office/officeart/2008/layout/VerticalCurvedList"/>
    <dgm:cxn modelId="{1C6C0607-E982-4597-BC5C-BF8C820BAD75}" type="presParOf" srcId="{054522A9-1C8E-48ED-A507-E05693A6F512}" destId="{CD59FB30-76FE-4C4B-98CF-3F13C6E09E2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282DE0-8E07-419F-9B48-1D30425BAFBD}">
      <dsp:nvSpPr>
        <dsp:cNvPr id="0" name=""/>
        <dsp:cNvSpPr/>
      </dsp:nvSpPr>
      <dsp:spPr>
        <a:xfrm>
          <a:off x="0" y="1265715"/>
          <a:ext cx="17346248" cy="2557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FDBDE92-056C-4ABB-B7E6-C9E9B4C3F0C3}">
      <dsp:nvSpPr>
        <dsp:cNvPr id="0" name=""/>
        <dsp:cNvSpPr/>
      </dsp:nvSpPr>
      <dsp:spPr>
        <a:xfrm>
          <a:off x="17262491" y="1176220"/>
          <a:ext cx="153420" cy="20456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1A1F154-4B29-49FB-8E87-87FB4DBA2C0D}">
      <dsp:nvSpPr>
        <dsp:cNvPr id="0" name=""/>
        <dsp:cNvSpPr/>
      </dsp:nvSpPr>
      <dsp:spPr>
        <a:xfrm>
          <a:off x="335800" y="582996"/>
          <a:ext cx="4813696" cy="593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Erläuterung</a:t>
          </a:r>
        </a:p>
      </dsp:txBody>
      <dsp:txXfrm>
        <a:off x="335800" y="582996"/>
        <a:ext cx="4813696" cy="593224"/>
      </dsp:txXfrm>
    </dsp:sp>
    <dsp:sp modelId="{0FC6F7C1-ABD1-44B8-A181-56C611918F43}">
      <dsp:nvSpPr>
        <dsp:cNvPr id="0" name=""/>
        <dsp:cNvSpPr/>
      </dsp:nvSpPr>
      <dsp:spPr>
        <a:xfrm>
          <a:off x="335800" y="276156"/>
          <a:ext cx="4813696" cy="30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200" kern="1200" dirty="0">
              <a:solidFill>
                <a:schemeClr val="accent1">
                  <a:lumMod val="50000"/>
                </a:schemeClr>
              </a:solidFill>
            </a:rPr>
            <a:t>1.</a:t>
          </a:r>
        </a:p>
      </dsp:txBody>
      <dsp:txXfrm>
        <a:off x="335800" y="276156"/>
        <a:ext cx="4813696" cy="306840"/>
      </dsp:txXfrm>
    </dsp:sp>
    <dsp:sp modelId="{039AD509-E268-4F08-81A2-E3A87E28F394}">
      <dsp:nvSpPr>
        <dsp:cNvPr id="0" name=""/>
        <dsp:cNvSpPr/>
      </dsp:nvSpPr>
      <dsp:spPr>
        <a:xfrm>
          <a:off x="161923" y="255700"/>
          <a:ext cx="20456" cy="1022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429A21C-CC33-4009-92F2-54D55AEA52EE}">
      <dsp:nvSpPr>
        <dsp:cNvPr id="0" name=""/>
        <dsp:cNvSpPr/>
      </dsp:nvSpPr>
      <dsp:spPr>
        <a:xfrm>
          <a:off x="3235617" y="1800129"/>
          <a:ext cx="4813696" cy="480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Erläuterung</a:t>
          </a:r>
        </a:p>
      </dsp:txBody>
      <dsp:txXfrm>
        <a:off x="3235617" y="1800129"/>
        <a:ext cx="4813696" cy="480716"/>
      </dsp:txXfrm>
    </dsp:sp>
    <dsp:sp modelId="{B41FACAF-F43C-472F-B545-C9D907B3144B}">
      <dsp:nvSpPr>
        <dsp:cNvPr id="0" name=""/>
        <dsp:cNvSpPr/>
      </dsp:nvSpPr>
      <dsp:spPr>
        <a:xfrm>
          <a:off x="3235617" y="1483061"/>
          <a:ext cx="4813696" cy="317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200" kern="1200" dirty="0">
              <a:solidFill>
                <a:schemeClr val="accent1">
                  <a:lumMod val="50000"/>
                </a:schemeClr>
              </a:solidFill>
            </a:rPr>
            <a:t>2.</a:t>
          </a:r>
        </a:p>
      </dsp:txBody>
      <dsp:txXfrm>
        <a:off x="3235617" y="1483061"/>
        <a:ext cx="4813696" cy="317068"/>
      </dsp:txXfrm>
    </dsp:sp>
    <dsp:sp modelId="{248C302D-1845-4709-8FBE-A7C2843D1C28}">
      <dsp:nvSpPr>
        <dsp:cNvPr id="0" name=""/>
        <dsp:cNvSpPr/>
      </dsp:nvSpPr>
      <dsp:spPr>
        <a:xfrm>
          <a:off x="3061741" y="1278501"/>
          <a:ext cx="20456" cy="1022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D0B1960-0CED-4A0D-9144-C4E0ACD436E7}">
      <dsp:nvSpPr>
        <dsp:cNvPr id="0" name=""/>
        <dsp:cNvSpPr/>
      </dsp:nvSpPr>
      <dsp:spPr>
        <a:xfrm>
          <a:off x="118966" y="1225315"/>
          <a:ext cx="106371" cy="106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204EC49-BD88-407E-B28B-FEDF6D22650A}">
      <dsp:nvSpPr>
        <dsp:cNvPr id="0" name=""/>
        <dsp:cNvSpPr/>
      </dsp:nvSpPr>
      <dsp:spPr>
        <a:xfrm>
          <a:off x="3018783" y="1225315"/>
          <a:ext cx="106371" cy="106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99EB8DD-8F77-4B18-895D-19A9E84DC0A8}">
      <dsp:nvSpPr>
        <dsp:cNvPr id="0" name=""/>
        <dsp:cNvSpPr/>
      </dsp:nvSpPr>
      <dsp:spPr>
        <a:xfrm>
          <a:off x="6135434" y="582996"/>
          <a:ext cx="4813696" cy="593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>
              <a:solidFill>
                <a:schemeClr val="accent1">
                  <a:lumMod val="50000"/>
                </a:schemeClr>
              </a:solidFill>
            </a:rPr>
            <a:t>Erläuterung</a:t>
          </a:r>
          <a:endParaRPr lang="de-DE" sz="2800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6135434" y="582996"/>
        <a:ext cx="4813696" cy="593224"/>
      </dsp:txXfrm>
    </dsp:sp>
    <dsp:sp modelId="{ADCD9192-A630-46EA-83D7-9C4CD49ABAA6}">
      <dsp:nvSpPr>
        <dsp:cNvPr id="0" name=""/>
        <dsp:cNvSpPr/>
      </dsp:nvSpPr>
      <dsp:spPr>
        <a:xfrm>
          <a:off x="6135434" y="276156"/>
          <a:ext cx="4813696" cy="30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200" kern="1200" dirty="0">
              <a:solidFill>
                <a:schemeClr val="accent1">
                  <a:lumMod val="50000"/>
                </a:schemeClr>
              </a:solidFill>
            </a:rPr>
            <a:t>3.</a:t>
          </a:r>
        </a:p>
      </dsp:txBody>
      <dsp:txXfrm>
        <a:off x="6135434" y="276156"/>
        <a:ext cx="4813696" cy="306840"/>
      </dsp:txXfrm>
    </dsp:sp>
    <dsp:sp modelId="{B93837E0-A5A0-4BA9-A427-129595E5A69D}">
      <dsp:nvSpPr>
        <dsp:cNvPr id="0" name=""/>
        <dsp:cNvSpPr/>
      </dsp:nvSpPr>
      <dsp:spPr>
        <a:xfrm>
          <a:off x="5961558" y="255700"/>
          <a:ext cx="20456" cy="1022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FA3909E-23C1-4784-BB91-B90C7DF0F98A}">
      <dsp:nvSpPr>
        <dsp:cNvPr id="0" name=""/>
        <dsp:cNvSpPr/>
      </dsp:nvSpPr>
      <dsp:spPr>
        <a:xfrm>
          <a:off x="9035252" y="1800129"/>
          <a:ext cx="4813696" cy="480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>
              <a:solidFill>
                <a:schemeClr val="accent1">
                  <a:lumMod val="50000"/>
                </a:schemeClr>
              </a:solidFill>
            </a:rPr>
            <a:t>Erläuterung</a:t>
          </a:r>
          <a:endParaRPr lang="de-DE" sz="2800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9035252" y="1800129"/>
        <a:ext cx="4813696" cy="480716"/>
      </dsp:txXfrm>
    </dsp:sp>
    <dsp:sp modelId="{E09D7B8D-59DA-4A6B-BFB6-3B29E052F352}">
      <dsp:nvSpPr>
        <dsp:cNvPr id="0" name=""/>
        <dsp:cNvSpPr/>
      </dsp:nvSpPr>
      <dsp:spPr>
        <a:xfrm>
          <a:off x="9035252" y="1483061"/>
          <a:ext cx="4813696" cy="317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200" kern="1200" dirty="0">
              <a:solidFill>
                <a:schemeClr val="accent1">
                  <a:lumMod val="50000"/>
                </a:schemeClr>
              </a:solidFill>
            </a:rPr>
            <a:t>4. </a:t>
          </a:r>
        </a:p>
      </dsp:txBody>
      <dsp:txXfrm>
        <a:off x="9035252" y="1483061"/>
        <a:ext cx="4813696" cy="317068"/>
      </dsp:txXfrm>
    </dsp:sp>
    <dsp:sp modelId="{F74DE3AC-CBFD-4B10-805E-ED97E018991E}">
      <dsp:nvSpPr>
        <dsp:cNvPr id="0" name=""/>
        <dsp:cNvSpPr/>
      </dsp:nvSpPr>
      <dsp:spPr>
        <a:xfrm>
          <a:off x="8861376" y="1278501"/>
          <a:ext cx="20456" cy="1022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0B06202-7F93-4ED4-BD37-5B9E424FB841}">
      <dsp:nvSpPr>
        <dsp:cNvPr id="0" name=""/>
        <dsp:cNvSpPr/>
      </dsp:nvSpPr>
      <dsp:spPr>
        <a:xfrm>
          <a:off x="5918601" y="1225315"/>
          <a:ext cx="106371" cy="106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322512-6EC0-4308-8222-CEDDB22E9518}">
      <dsp:nvSpPr>
        <dsp:cNvPr id="0" name=""/>
        <dsp:cNvSpPr/>
      </dsp:nvSpPr>
      <dsp:spPr>
        <a:xfrm>
          <a:off x="8818418" y="1225315"/>
          <a:ext cx="106371" cy="106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28C428C-7D1A-4CF9-822E-3326C9208B9B}">
      <dsp:nvSpPr>
        <dsp:cNvPr id="0" name=""/>
        <dsp:cNvSpPr/>
      </dsp:nvSpPr>
      <dsp:spPr>
        <a:xfrm>
          <a:off x="11935069" y="582996"/>
          <a:ext cx="4813696" cy="593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>
              <a:solidFill>
                <a:schemeClr val="accent1">
                  <a:lumMod val="50000"/>
                </a:schemeClr>
              </a:solidFill>
            </a:rPr>
            <a:t>Erläuterung</a:t>
          </a:r>
          <a:endParaRPr lang="de-DE" sz="2800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11935069" y="582996"/>
        <a:ext cx="4813696" cy="593224"/>
      </dsp:txXfrm>
    </dsp:sp>
    <dsp:sp modelId="{D29B981B-363C-4094-B62E-050F7CB55629}">
      <dsp:nvSpPr>
        <dsp:cNvPr id="0" name=""/>
        <dsp:cNvSpPr/>
      </dsp:nvSpPr>
      <dsp:spPr>
        <a:xfrm>
          <a:off x="11935069" y="276156"/>
          <a:ext cx="4813696" cy="30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200" kern="1200" dirty="0">
              <a:solidFill>
                <a:schemeClr val="accent1">
                  <a:lumMod val="50000"/>
                </a:schemeClr>
              </a:solidFill>
            </a:rPr>
            <a:t>5.</a:t>
          </a:r>
        </a:p>
      </dsp:txBody>
      <dsp:txXfrm>
        <a:off x="11935069" y="276156"/>
        <a:ext cx="4813696" cy="306840"/>
      </dsp:txXfrm>
    </dsp:sp>
    <dsp:sp modelId="{95E717A6-FF89-478B-BE2F-88436237E80C}">
      <dsp:nvSpPr>
        <dsp:cNvPr id="0" name=""/>
        <dsp:cNvSpPr/>
      </dsp:nvSpPr>
      <dsp:spPr>
        <a:xfrm>
          <a:off x="11761193" y="255700"/>
          <a:ext cx="20456" cy="1022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DD5AC76-0AC0-4F5E-8F8D-08D56314B1C0}">
      <dsp:nvSpPr>
        <dsp:cNvPr id="0" name=""/>
        <dsp:cNvSpPr/>
      </dsp:nvSpPr>
      <dsp:spPr>
        <a:xfrm>
          <a:off x="11718235" y="1225315"/>
          <a:ext cx="106371" cy="106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A5C4B-D0B4-4D4D-B79B-931EE018A6C8}">
      <dsp:nvSpPr>
        <dsp:cNvPr id="0" name=""/>
        <dsp:cNvSpPr/>
      </dsp:nvSpPr>
      <dsp:spPr>
        <a:xfrm>
          <a:off x="-7118775" y="-1088730"/>
          <a:ext cx="8475895" cy="8475895"/>
        </a:xfrm>
        <a:prstGeom prst="blockArc">
          <a:avLst>
            <a:gd name="adj1" fmla="val 18900000"/>
            <a:gd name="adj2" fmla="val 2700000"/>
            <a:gd name="adj3" fmla="val 255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B00B9C-57BB-41E7-BAFE-5BDAEF8A727C}">
      <dsp:nvSpPr>
        <dsp:cNvPr id="0" name=""/>
        <dsp:cNvSpPr/>
      </dsp:nvSpPr>
      <dsp:spPr>
        <a:xfrm>
          <a:off x="874222" y="629843"/>
          <a:ext cx="7923985" cy="12596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876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400" kern="1200" dirty="0"/>
        </a:p>
      </dsp:txBody>
      <dsp:txXfrm>
        <a:off x="874222" y="629843"/>
        <a:ext cx="7923985" cy="1259686"/>
      </dsp:txXfrm>
    </dsp:sp>
    <dsp:sp modelId="{AA587B2E-2C79-4943-A4E9-CA442368EF0F}">
      <dsp:nvSpPr>
        <dsp:cNvPr id="0" name=""/>
        <dsp:cNvSpPr/>
      </dsp:nvSpPr>
      <dsp:spPr>
        <a:xfrm>
          <a:off x="86918" y="472382"/>
          <a:ext cx="1574608" cy="15746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ECB4A-A0AE-4D64-B248-1617D8DBA673}">
      <dsp:nvSpPr>
        <dsp:cNvPr id="0" name=""/>
        <dsp:cNvSpPr/>
      </dsp:nvSpPr>
      <dsp:spPr>
        <a:xfrm>
          <a:off x="1332118" y="2519373"/>
          <a:ext cx="7466089" cy="12596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876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400" kern="1200" dirty="0"/>
        </a:p>
      </dsp:txBody>
      <dsp:txXfrm>
        <a:off x="1332118" y="2519373"/>
        <a:ext cx="7466089" cy="1259686"/>
      </dsp:txXfrm>
    </dsp:sp>
    <dsp:sp modelId="{E1D3B845-1098-476F-8D3F-06CB6AA2BB3E}">
      <dsp:nvSpPr>
        <dsp:cNvPr id="0" name=""/>
        <dsp:cNvSpPr/>
      </dsp:nvSpPr>
      <dsp:spPr>
        <a:xfrm>
          <a:off x="544814" y="2361912"/>
          <a:ext cx="1574608" cy="15746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44E7E-691A-48B4-BE43-D393D07D02D5}">
      <dsp:nvSpPr>
        <dsp:cNvPr id="0" name=""/>
        <dsp:cNvSpPr/>
      </dsp:nvSpPr>
      <dsp:spPr>
        <a:xfrm>
          <a:off x="874222" y="4408903"/>
          <a:ext cx="7923985" cy="12596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9876" tIns="137160" rIns="137160" bIns="13716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400" kern="1200" dirty="0"/>
        </a:p>
      </dsp:txBody>
      <dsp:txXfrm>
        <a:off x="874222" y="4408903"/>
        <a:ext cx="7923985" cy="1259686"/>
      </dsp:txXfrm>
    </dsp:sp>
    <dsp:sp modelId="{CD59FB30-76FE-4C4B-98CF-3F13C6E09E22}">
      <dsp:nvSpPr>
        <dsp:cNvPr id="0" name=""/>
        <dsp:cNvSpPr/>
      </dsp:nvSpPr>
      <dsp:spPr>
        <a:xfrm>
          <a:off x="86918" y="4251442"/>
          <a:ext cx="1574608" cy="15746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1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2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2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3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3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4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4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5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5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4F0EE-1A54-45E4-8B40-668D32C84E83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7954E-2044-4169-B190-3F92C1C14A1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7386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7954E-2044-4169-B190-3F92C1C14A17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2089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8"/>
            <a:ext cx="25733931" cy="14902050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3" y="22481889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14" indent="0" algn="ctr">
              <a:buNone/>
              <a:defRPr sz="6622"/>
            </a:lvl2pPr>
            <a:lvl3pPr marL="3027429" indent="0" algn="ctr">
              <a:buNone/>
              <a:defRPr sz="5960"/>
            </a:lvl3pPr>
            <a:lvl4pPr marL="4541143" indent="0" algn="ctr">
              <a:buNone/>
              <a:defRPr sz="5297"/>
            </a:lvl4pPr>
            <a:lvl5pPr marL="6054857" indent="0" algn="ctr">
              <a:buNone/>
              <a:defRPr sz="5297"/>
            </a:lvl5pPr>
            <a:lvl6pPr marL="7568571" indent="0" algn="ctr">
              <a:buNone/>
              <a:defRPr sz="5297"/>
            </a:lvl6pPr>
            <a:lvl7pPr marL="9082286" indent="0" algn="ctr">
              <a:buNone/>
              <a:defRPr sz="5297"/>
            </a:lvl7pPr>
            <a:lvl8pPr marL="10596000" indent="0" algn="ctr">
              <a:buNone/>
              <a:defRPr sz="5297"/>
            </a:lvl8pPr>
            <a:lvl9pPr marL="12109714" indent="0" algn="ctr">
              <a:buNone/>
              <a:defRPr sz="529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602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62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5" y="10671231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5" y="28644846"/>
            <a:ext cx="26112371" cy="9363321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14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29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143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85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57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286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00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71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667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17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4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14" indent="0">
              <a:buNone/>
              <a:defRPr sz="6622" b="1"/>
            </a:lvl2pPr>
            <a:lvl3pPr marL="3027429" indent="0">
              <a:buNone/>
              <a:defRPr sz="5960" b="1"/>
            </a:lvl3pPr>
            <a:lvl4pPr marL="4541143" indent="0">
              <a:buNone/>
              <a:defRPr sz="5297" b="1"/>
            </a:lvl4pPr>
            <a:lvl5pPr marL="6054857" indent="0">
              <a:buNone/>
              <a:defRPr sz="5297" b="1"/>
            </a:lvl5pPr>
            <a:lvl6pPr marL="7568571" indent="0">
              <a:buNone/>
              <a:defRPr sz="5297" b="1"/>
            </a:lvl6pPr>
            <a:lvl7pPr marL="9082286" indent="0">
              <a:buNone/>
              <a:defRPr sz="5297" b="1"/>
            </a:lvl7pPr>
            <a:lvl8pPr marL="10596000" indent="0">
              <a:buNone/>
              <a:defRPr sz="5297" b="1"/>
            </a:lvl8pPr>
            <a:lvl9pPr marL="12109714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5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9" y="10492871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14" indent="0">
              <a:buNone/>
              <a:defRPr sz="6622" b="1"/>
            </a:lvl2pPr>
            <a:lvl3pPr marL="3027429" indent="0">
              <a:buNone/>
              <a:defRPr sz="5960" b="1"/>
            </a:lvl3pPr>
            <a:lvl4pPr marL="4541143" indent="0">
              <a:buNone/>
              <a:defRPr sz="5297" b="1"/>
            </a:lvl4pPr>
            <a:lvl5pPr marL="6054857" indent="0">
              <a:buNone/>
              <a:defRPr sz="5297" b="1"/>
            </a:lvl5pPr>
            <a:lvl6pPr marL="7568571" indent="0">
              <a:buNone/>
              <a:defRPr sz="5297" b="1"/>
            </a:lvl6pPr>
            <a:lvl7pPr marL="9082286" indent="0">
              <a:buNone/>
              <a:defRPr sz="5297" b="1"/>
            </a:lvl7pPr>
            <a:lvl8pPr marL="10596000" indent="0">
              <a:buNone/>
              <a:defRPr sz="5297" b="1"/>
            </a:lvl8pPr>
            <a:lvl9pPr marL="12109714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9" y="15635265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5850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78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77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853585"/>
            <a:ext cx="9764544" cy="9987546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5" y="12841130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14" indent="0">
              <a:buNone/>
              <a:defRPr sz="4635"/>
            </a:lvl2pPr>
            <a:lvl3pPr marL="3027429" indent="0">
              <a:buNone/>
              <a:defRPr sz="3973"/>
            </a:lvl3pPr>
            <a:lvl4pPr marL="4541143" indent="0">
              <a:buNone/>
              <a:defRPr sz="3311"/>
            </a:lvl4pPr>
            <a:lvl5pPr marL="6054857" indent="0">
              <a:buNone/>
              <a:defRPr sz="3311"/>
            </a:lvl5pPr>
            <a:lvl6pPr marL="7568571" indent="0">
              <a:buNone/>
              <a:defRPr sz="3311"/>
            </a:lvl6pPr>
            <a:lvl7pPr marL="9082286" indent="0">
              <a:buNone/>
              <a:defRPr sz="3311"/>
            </a:lvl7pPr>
            <a:lvl8pPr marL="10596000" indent="0">
              <a:buNone/>
              <a:defRPr sz="3311"/>
            </a:lvl8pPr>
            <a:lvl9pPr marL="12109714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169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853585"/>
            <a:ext cx="9764544" cy="9987546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14" indent="0">
              <a:buNone/>
              <a:defRPr sz="9271"/>
            </a:lvl2pPr>
            <a:lvl3pPr marL="3027429" indent="0">
              <a:buNone/>
              <a:defRPr sz="7946"/>
            </a:lvl3pPr>
            <a:lvl4pPr marL="4541143" indent="0">
              <a:buNone/>
              <a:defRPr sz="6622"/>
            </a:lvl4pPr>
            <a:lvl5pPr marL="6054857" indent="0">
              <a:buNone/>
              <a:defRPr sz="6622"/>
            </a:lvl5pPr>
            <a:lvl6pPr marL="7568571" indent="0">
              <a:buNone/>
              <a:defRPr sz="6622"/>
            </a:lvl6pPr>
            <a:lvl7pPr marL="9082286" indent="0">
              <a:buNone/>
              <a:defRPr sz="6622"/>
            </a:lvl7pPr>
            <a:lvl8pPr marL="10596000" indent="0">
              <a:buNone/>
              <a:defRPr sz="6622"/>
            </a:lvl8pPr>
            <a:lvl9pPr marL="12109714" indent="0">
              <a:buNone/>
              <a:defRPr sz="6622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5" y="12841130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14" indent="0">
              <a:buNone/>
              <a:defRPr sz="4635"/>
            </a:lvl2pPr>
            <a:lvl3pPr marL="3027429" indent="0">
              <a:buNone/>
              <a:defRPr sz="3973"/>
            </a:lvl3pPr>
            <a:lvl4pPr marL="4541143" indent="0">
              <a:buNone/>
              <a:defRPr sz="3311"/>
            </a:lvl4pPr>
            <a:lvl5pPr marL="6054857" indent="0">
              <a:buNone/>
              <a:defRPr sz="3311"/>
            </a:lvl5pPr>
            <a:lvl6pPr marL="7568571" indent="0">
              <a:buNone/>
              <a:defRPr sz="3311"/>
            </a:lvl6pPr>
            <a:lvl7pPr marL="9082286" indent="0">
              <a:buNone/>
              <a:defRPr sz="3311"/>
            </a:lvl7pPr>
            <a:lvl8pPr marL="10596000" indent="0">
              <a:buNone/>
              <a:defRPr sz="3311"/>
            </a:lvl8pPr>
            <a:lvl9pPr marL="12109714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434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075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4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4" y="2278904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87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4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2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23131-875A-4E57-A443-86DAA8C764F7}" type="datetimeFigureOut">
              <a:rPr lang="de-DE" smtClean="0"/>
              <a:t>28.07.2026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6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0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9BB30-E432-431A-A03E-85C0FDBCA02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956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29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58" indent="-756858" algn="l" defTabSz="3027429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571" indent="-756858" algn="l" defTabSz="3027429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286" indent="-756858" algn="l" defTabSz="3027429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000" indent="-756858" algn="l" defTabSz="3027429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715" indent="-756858" algn="l" defTabSz="3027429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429" indent="-756858" algn="l" defTabSz="3027429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143" indent="-756858" algn="l" defTabSz="3027429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2857" indent="-756858" algn="l" defTabSz="3027429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572" indent="-756858" algn="l" defTabSz="3027429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14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29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143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857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571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286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000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714" algn="l" defTabSz="3027429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Layout" Target="../diagrams/layout2.xml"/><Relationship Id="rId5" Type="http://schemas.openxmlformats.org/officeDocument/2006/relationships/diagramLayout" Target="../diagrams/layout1.xml"/><Relationship Id="rId10" Type="http://schemas.openxmlformats.org/officeDocument/2006/relationships/diagramData" Target="../diagrams/data2.xml"/><Relationship Id="rId4" Type="http://schemas.openxmlformats.org/officeDocument/2006/relationships/diagramData" Target="../diagrams/data1.xml"/><Relationship Id="rId9" Type="http://schemas.openxmlformats.org/officeDocument/2006/relationships/image" Target="../media/image2.svg"/><Relationship Id="rId14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ussdiagramm: Verbinder zu einer anderen Seite 19">
            <a:extLst>
              <a:ext uri="{FF2B5EF4-FFF2-40B4-BE49-F238E27FC236}">
                <a16:creationId xmlns:a16="http://schemas.microsoft.com/office/drawing/2014/main" id="{A38C246F-C8D1-E44C-8A28-34899A9EA8A0}"/>
              </a:ext>
            </a:extLst>
          </p:cNvPr>
          <p:cNvSpPr/>
          <p:nvPr/>
        </p:nvSpPr>
        <p:spPr>
          <a:xfrm rot="16200000">
            <a:off x="8646339" y="-7386329"/>
            <a:ext cx="4815652" cy="19588310"/>
          </a:xfrm>
          <a:prstGeom prst="flowChartOffpageConnector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EF32CA2-C22D-2C66-E19C-66EA4AAB4E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82"/>
          <a:stretch>
            <a:fillRect/>
          </a:stretch>
        </p:blipFill>
        <p:spPr>
          <a:xfrm>
            <a:off x="0" y="-5405"/>
            <a:ext cx="30275213" cy="4280916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5A62FAB-9101-F4BF-035D-4BEBEC134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136" y="308928"/>
            <a:ext cx="16634696" cy="4322925"/>
          </a:xfrm>
          <a:noFill/>
          <a:ln>
            <a:noFill/>
          </a:ln>
          <a:effectLst>
            <a:innerShdw blurRad="63500" dist="50800" dir="13500000">
              <a:srgbClr val="002060">
                <a:alpha val="50000"/>
              </a:srgbClr>
            </a:innerShdw>
          </a:effectLst>
          <a:scene3d>
            <a:camera prst="obliqueTopRight"/>
            <a:lightRig rig="threePt" dir="t"/>
          </a:scene3d>
        </p:spPr>
        <p:txBody>
          <a:bodyPr>
            <a:noAutofit/>
            <a:sp3d contourW="12700">
              <a:bevelT w="19050" h="19050"/>
              <a:contourClr>
                <a:schemeClr val="accent6"/>
              </a:contourClr>
            </a:sp3d>
          </a:bodyPr>
          <a:lstStyle/>
          <a:p>
            <a:pPr algn="l"/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</a:t>
            </a:r>
            <a:b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titels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under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8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titel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de-DE" sz="8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AF661A12-8776-8C22-C70C-61BFA939317E}"/>
              </a:ext>
            </a:extLst>
          </p:cNvPr>
          <p:cNvGrpSpPr/>
          <p:nvPr/>
        </p:nvGrpSpPr>
        <p:grpSpPr>
          <a:xfrm>
            <a:off x="17430352" y="5656936"/>
            <a:ext cx="11921888" cy="6414243"/>
            <a:chOff x="17430352" y="5403086"/>
            <a:chExt cx="11921888" cy="6701568"/>
          </a:xfrm>
        </p:grpSpPr>
        <p:sp>
          <p:nvSpPr>
            <p:cNvPr id="21" name="Rechteck: abgerundete Ecken 20">
              <a:extLst>
                <a:ext uri="{FF2B5EF4-FFF2-40B4-BE49-F238E27FC236}">
                  <a16:creationId xmlns:a16="http://schemas.microsoft.com/office/drawing/2014/main" id="{B6D28539-22AE-447D-51B4-A9C44C7AA25C}"/>
                </a:ext>
              </a:extLst>
            </p:cNvPr>
            <p:cNvSpPr/>
            <p:nvPr/>
          </p:nvSpPr>
          <p:spPr>
            <a:xfrm>
              <a:off x="17430352" y="5403086"/>
              <a:ext cx="11921888" cy="670156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8B426F34-6346-9E9B-0362-307E9C915A71}"/>
                </a:ext>
              </a:extLst>
            </p:cNvPr>
            <p:cNvSpPr txBox="1"/>
            <p:nvPr/>
          </p:nvSpPr>
          <p:spPr>
            <a:xfrm>
              <a:off x="25704037" y="5894124"/>
              <a:ext cx="28582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4800" b="1" cap="all" dirty="0" err="1">
                  <a:solidFill>
                    <a:schemeClr val="accent6">
                      <a:lumMod val="50000"/>
                    </a:schemeClr>
                  </a:solidFill>
                </a:rPr>
                <a:t>heading</a:t>
              </a:r>
              <a:endParaRPr lang="de-DE" sz="4800" b="1" cap="all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DE3E12A3-D08E-590B-9BB6-2FB31BDC5119}"/>
              </a:ext>
            </a:extLst>
          </p:cNvPr>
          <p:cNvSpPr txBox="1"/>
          <p:nvPr/>
        </p:nvSpPr>
        <p:spPr>
          <a:xfrm>
            <a:off x="7174884" y="15416517"/>
            <a:ext cx="394049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b="1" dirty="0">
                <a:solidFill>
                  <a:schemeClr val="bg1"/>
                </a:solidFill>
              </a:rPr>
              <a:t>00,00</a:t>
            </a:r>
          </a:p>
          <a:p>
            <a:pPr algn="ctr"/>
            <a:r>
              <a:rPr lang="de-DE" sz="2800" b="1" dirty="0">
                <a:solidFill>
                  <a:schemeClr val="bg1"/>
                </a:solidFill>
              </a:rPr>
              <a:t>Ø ALTER</a:t>
            </a:r>
          </a:p>
        </p:txBody>
      </p: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ECEB89A0-7C30-399E-D278-92820A77A5E7}"/>
              </a:ext>
            </a:extLst>
          </p:cNvPr>
          <p:cNvGrpSpPr/>
          <p:nvPr/>
        </p:nvGrpSpPr>
        <p:grpSpPr>
          <a:xfrm>
            <a:off x="11871916" y="12614584"/>
            <a:ext cx="17415912" cy="3114032"/>
            <a:chOff x="11936328" y="11909664"/>
            <a:chExt cx="17415912" cy="3114032"/>
          </a:xfrm>
        </p:grpSpPr>
        <p:graphicFrame>
          <p:nvGraphicFramePr>
            <p:cNvPr id="37" name="Diagramm 36">
              <a:extLst>
                <a:ext uri="{FF2B5EF4-FFF2-40B4-BE49-F238E27FC236}">
                  <a16:creationId xmlns:a16="http://schemas.microsoft.com/office/drawing/2014/main" id="{4007457A-DA9A-F055-C04B-516887E2B27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67558421"/>
                </p:ext>
              </p:extLst>
            </p:nvPr>
          </p:nvGraphicFramePr>
          <p:xfrm>
            <a:off x="11936328" y="12466694"/>
            <a:ext cx="17415912" cy="255700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F3A290F1-9506-3623-F6C5-464AAFF1787A}"/>
                </a:ext>
              </a:extLst>
            </p:cNvPr>
            <p:cNvSpPr txBox="1"/>
            <p:nvPr/>
          </p:nvSpPr>
          <p:spPr>
            <a:xfrm>
              <a:off x="25641560" y="11909664"/>
              <a:ext cx="2919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4800" b="1" cap="all" dirty="0">
                  <a:solidFill>
                    <a:schemeClr val="accent6">
                      <a:lumMod val="50000"/>
                    </a:schemeClr>
                  </a:solidFill>
                </a:rPr>
                <a:t>heading</a:t>
              </a:r>
              <a:endParaRPr lang="de-DE" sz="4800" b="1" cap="all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55" name="Textfeld 54">
            <a:extLst>
              <a:ext uri="{FF2B5EF4-FFF2-40B4-BE49-F238E27FC236}">
                <a16:creationId xmlns:a16="http://schemas.microsoft.com/office/drawing/2014/main" id="{1076447A-3542-5B15-8C62-CE078A0D35EA}"/>
              </a:ext>
            </a:extLst>
          </p:cNvPr>
          <p:cNvSpPr txBox="1"/>
          <p:nvPr/>
        </p:nvSpPr>
        <p:spPr>
          <a:xfrm>
            <a:off x="20438598" y="4082567"/>
            <a:ext cx="10091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chemeClr val="accent6">
                    <a:lumMod val="50000"/>
                  </a:schemeClr>
                </a:solidFill>
              </a:rPr>
              <a:t>Autorinnen und Autoren</a:t>
            </a:r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FCC00C13-C8B2-9194-09B6-97036C1ED766}"/>
              </a:ext>
            </a:extLst>
          </p:cNvPr>
          <p:cNvSpPr/>
          <p:nvPr/>
        </p:nvSpPr>
        <p:spPr>
          <a:xfrm>
            <a:off x="1245496" y="31276349"/>
            <a:ext cx="13892111" cy="635679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8" name="Textfeld 127">
            <a:extLst>
              <a:ext uri="{FF2B5EF4-FFF2-40B4-BE49-F238E27FC236}">
                <a16:creationId xmlns:a16="http://schemas.microsoft.com/office/drawing/2014/main" id="{ABC902B3-5461-09BC-00F4-A5DD7D59A38B}"/>
              </a:ext>
            </a:extLst>
          </p:cNvPr>
          <p:cNvSpPr txBox="1"/>
          <p:nvPr/>
        </p:nvSpPr>
        <p:spPr>
          <a:xfrm>
            <a:off x="10628457" y="31736500"/>
            <a:ext cx="3892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 cap="all" dirty="0" err="1">
                <a:solidFill>
                  <a:schemeClr val="accent6">
                    <a:lumMod val="50000"/>
                  </a:schemeClr>
                </a:solidFill>
              </a:rPr>
              <a:t>heading</a:t>
            </a:r>
            <a:endParaRPr lang="de-DE" sz="4800" b="1" cap="all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1DA0D79F-C786-34DF-B382-000A1085D8B9}"/>
              </a:ext>
            </a:extLst>
          </p:cNvPr>
          <p:cNvSpPr txBox="1"/>
          <p:nvPr/>
        </p:nvSpPr>
        <p:spPr>
          <a:xfrm>
            <a:off x="1559148" y="32649623"/>
            <a:ext cx="12961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Erl</a:t>
            </a:r>
            <a:r>
              <a:rPr lang="de-DE" sz="3200" dirty="0">
                <a:solidFill>
                  <a:schemeClr val="bg1"/>
                </a:solidFill>
              </a:rPr>
              <a:t>ä</a:t>
            </a:r>
            <a:r>
              <a:rPr lang="en-GB" sz="3200" dirty="0" err="1">
                <a:solidFill>
                  <a:schemeClr val="bg1"/>
                </a:solidFill>
              </a:rPr>
              <a:t>uterungen</a:t>
            </a:r>
            <a:endParaRPr lang="de-DE" sz="3200" dirty="0">
              <a:solidFill>
                <a:schemeClr val="bg1"/>
              </a:solidFill>
            </a:endParaRP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99082EBB-B592-7C76-3962-491B4E2B42F1}"/>
              </a:ext>
            </a:extLst>
          </p:cNvPr>
          <p:cNvGrpSpPr/>
          <p:nvPr/>
        </p:nvGrpSpPr>
        <p:grpSpPr>
          <a:xfrm>
            <a:off x="1260010" y="5584167"/>
            <a:ext cx="15520582" cy="6414242"/>
            <a:chOff x="1315410" y="4622334"/>
            <a:chExt cx="15520582" cy="6709320"/>
          </a:xfrm>
        </p:grpSpPr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F7B92F44-6C44-6FBB-7FC8-3DEF8DBC06A6}"/>
                </a:ext>
              </a:extLst>
            </p:cNvPr>
            <p:cNvSpPr/>
            <p:nvPr/>
          </p:nvSpPr>
          <p:spPr>
            <a:xfrm>
              <a:off x="1315410" y="4622334"/>
              <a:ext cx="15520582" cy="670932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8C6916B-AF36-796F-A882-E87C1652A3C2}"/>
                </a:ext>
              </a:extLst>
            </p:cNvPr>
            <p:cNvSpPr txBox="1"/>
            <p:nvPr/>
          </p:nvSpPr>
          <p:spPr>
            <a:xfrm>
              <a:off x="13319760" y="5170619"/>
              <a:ext cx="2944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4800" b="1" cap="all" dirty="0">
                  <a:solidFill>
                    <a:schemeClr val="accent6">
                      <a:lumMod val="50000"/>
                    </a:schemeClr>
                  </a:solidFill>
                </a:rPr>
                <a:t>Heading</a:t>
              </a:r>
            </a:p>
          </p:txBody>
        </p:sp>
        <p:sp>
          <p:nvSpPr>
            <p:cNvPr id="150" name="Textfeld 149">
              <a:extLst>
                <a:ext uri="{FF2B5EF4-FFF2-40B4-BE49-F238E27FC236}">
                  <a16:creationId xmlns:a16="http://schemas.microsoft.com/office/drawing/2014/main" id="{97E5E775-78E3-3F81-39A4-633C7F9285A6}"/>
                </a:ext>
              </a:extLst>
            </p:cNvPr>
            <p:cNvSpPr txBox="1"/>
            <p:nvPr/>
          </p:nvSpPr>
          <p:spPr>
            <a:xfrm>
              <a:off x="1914423" y="5990947"/>
              <a:ext cx="147471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>
                  <a:solidFill>
                    <a:schemeClr val="bg1"/>
                  </a:solidFill>
                </a:rPr>
                <a:t>Erläuterungen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6B30732F-3524-F27B-D2BD-FE0822B4F000}"/>
              </a:ext>
            </a:extLst>
          </p:cNvPr>
          <p:cNvGrpSpPr/>
          <p:nvPr/>
        </p:nvGrpSpPr>
        <p:grpSpPr>
          <a:xfrm>
            <a:off x="1387912" y="12640075"/>
            <a:ext cx="9159502" cy="8971320"/>
            <a:chOff x="1388413" y="12078863"/>
            <a:chExt cx="9159502" cy="897132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AA76F565-7AF6-AB02-629B-7570DDF9E92D}"/>
                </a:ext>
              </a:extLst>
            </p:cNvPr>
            <p:cNvSpPr/>
            <p:nvPr/>
          </p:nvSpPr>
          <p:spPr>
            <a:xfrm>
              <a:off x="1474223" y="12078863"/>
              <a:ext cx="9073692" cy="897132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5" name="Grafik 24" descr="Kinder mit einfarbiger Füllung">
              <a:extLst>
                <a:ext uri="{FF2B5EF4-FFF2-40B4-BE49-F238E27FC236}">
                  <a16:creationId xmlns:a16="http://schemas.microsoft.com/office/drawing/2014/main" id="{F304E7A0-64B9-F5BC-986E-361D738552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91308" y="15167404"/>
              <a:ext cx="2568854" cy="2568854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AB68D078-CE99-194B-65B9-6C4AAA5E7488}"/>
                </a:ext>
              </a:extLst>
            </p:cNvPr>
            <p:cNvSpPr txBox="1"/>
            <p:nvPr/>
          </p:nvSpPr>
          <p:spPr>
            <a:xfrm>
              <a:off x="3671563" y="12816209"/>
              <a:ext cx="4671993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800" b="1" dirty="0">
                  <a:solidFill>
                    <a:schemeClr val="bg1"/>
                  </a:solidFill>
                </a:rPr>
                <a:t>n</a:t>
              </a:r>
              <a:endParaRPr lang="en-GB" sz="54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2800" b="1" dirty="0">
                  <a:solidFill>
                    <a:schemeClr val="bg1"/>
                  </a:solidFill>
                </a:rPr>
                <a:t>VERSUCHSPERSONEN</a:t>
              </a:r>
              <a:endParaRPr lang="en-GB" sz="3200" b="1" dirty="0">
                <a:solidFill>
                  <a:schemeClr val="bg1"/>
                </a:solidFill>
              </a:endParaRPr>
            </a:p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3434F7FE-09B8-B9F2-8048-28855A526F1E}"/>
                </a:ext>
              </a:extLst>
            </p:cNvPr>
            <p:cNvSpPr txBox="1"/>
            <p:nvPr/>
          </p:nvSpPr>
          <p:spPr>
            <a:xfrm>
              <a:off x="1492243" y="14213639"/>
              <a:ext cx="4358640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800" b="1" dirty="0">
                  <a:solidFill>
                    <a:schemeClr val="bg1"/>
                  </a:solidFill>
                </a:rPr>
                <a:t>n</a:t>
              </a:r>
              <a:endParaRPr lang="en-GB" sz="54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2800" b="1" dirty="0">
                  <a:solidFill>
                    <a:schemeClr val="bg1"/>
                  </a:solidFill>
                </a:rPr>
                <a:t>WEIBLICH</a:t>
              </a:r>
              <a:endParaRPr lang="de-DE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D38AC7EB-C64C-56CF-3711-6BD791D93B30}"/>
                </a:ext>
              </a:extLst>
            </p:cNvPr>
            <p:cNvSpPr txBox="1"/>
            <p:nvPr/>
          </p:nvSpPr>
          <p:spPr>
            <a:xfrm>
              <a:off x="1388413" y="15641079"/>
              <a:ext cx="2755032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800" b="1" dirty="0">
                  <a:solidFill>
                    <a:schemeClr val="bg1"/>
                  </a:solidFill>
                </a:rPr>
                <a:t>n</a:t>
              </a:r>
              <a:endParaRPr lang="en-GB" sz="54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2800" b="1" dirty="0">
                  <a:solidFill>
                    <a:schemeClr val="bg1"/>
                  </a:solidFill>
                </a:rPr>
                <a:t>M</a:t>
              </a:r>
              <a:r>
                <a:rPr lang="de-DE" sz="2800" b="1" dirty="0">
                  <a:solidFill>
                    <a:schemeClr val="bg1"/>
                  </a:solidFill>
                </a:rPr>
                <a:t>ÄNNLICH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2CE97EA9-DCFB-D8F1-4D9F-A2858C2E03BA}"/>
                </a:ext>
              </a:extLst>
            </p:cNvPr>
            <p:cNvSpPr txBox="1"/>
            <p:nvPr/>
          </p:nvSpPr>
          <p:spPr>
            <a:xfrm>
              <a:off x="2026782" y="17207783"/>
              <a:ext cx="3169920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800" b="1" dirty="0">
                  <a:solidFill>
                    <a:schemeClr val="bg1"/>
                  </a:solidFill>
                </a:rPr>
                <a:t>n</a:t>
              </a:r>
              <a:endParaRPr lang="de-DE" sz="5400" b="1" dirty="0">
                <a:solidFill>
                  <a:schemeClr val="bg1"/>
                </a:solidFill>
              </a:endParaRPr>
            </a:p>
            <a:p>
              <a:pPr algn="ctr"/>
              <a:r>
                <a:rPr lang="de-DE" sz="2800" b="1" dirty="0">
                  <a:solidFill>
                    <a:schemeClr val="bg1"/>
                  </a:solidFill>
                </a:rPr>
                <a:t>DIVERS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10203CE6-8334-F091-A0D5-F98FF6936C3A}"/>
                </a:ext>
              </a:extLst>
            </p:cNvPr>
            <p:cNvSpPr txBox="1"/>
            <p:nvPr/>
          </p:nvSpPr>
          <p:spPr>
            <a:xfrm>
              <a:off x="6118489" y="14213639"/>
              <a:ext cx="4267200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800" b="1" dirty="0">
                  <a:solidFill>
                    <a:schemeClr val="bg1"/>
                  </a:solidFill>
                </a:rPr>
                <a:t>00 – 00</a:t>
              </a:r>
            </a:p>
            <a:p>
              <a:pPr algn="ctr"/>
              <a:r>
                <a:rPr lang="de-DE" sz="2800" b="1" dirty="0">
                  <a:solidFill>
                    <a:schemeClr val="bg1"/>
                  </a:solidFill>
                </a:rPr>
                <a:t>JAHRE ALT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B80D51BE-7CA8-B90D-3371-251CB5EAC44E}"/>
                </a:ext>
              </a:extLst>
            </p:cNvPr>
            <p:cNvSpPr txBox="1"/>
            <p:nvPr/>
          </p:nvSpPr>
          <p:spPr>
            <a:xfrm>
              <a:off x="6693979" y="17207783"/>
              <a:ext cx="3425006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800" b="1" dirty="0">
                  <a:solidFill>
                    <a:schemeClr val="bg1"/>
                  </a:solidFill>
                </a:rPr>
                <a:t>~00%</a:t>
              </a:r>
            </a:p>
            <a:p>
              <a:pPr algn="ctr"/>
              <a:r>
                <a:rPr lang="de-DE" sz="2800" b="1" cap="all" dirty="0" err="1">
                  <a:solidFill>
                    <a:schemeClr val="bg1"/>
                  </a:solidFill>
                </a:rPr>
                <a:t>untertitel</a:t>
              </a:r>
              <a:endParaRPr lang="de-DE" sz="3200" b="1" cap="all" dirty="0">
                <a:solidFill>
                  <a:schemeClr val="bg1"/>
                </a:solidFill>
              </a:endParaRP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5E89D760-3F08-5007-DF96-EFA4A9EE5826}"/>
                </a:ext>
              </a:extLst>
            </p:cNvPr>
            <p:cNvSpPr txBox="1"/>
            <p:nvPr/>
          </p:nvSpPr>
          <p:spPr>
            <a:xfrm>
              <a:off x="3266433" y="18672601"/>
              <a:ext cx="2663592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800" b="1" dirty="0" err="1">
                  <a:solidFill>
                    <a:schemeClr val="bg1"/>
                  </a:solidFill>
                </a:rPr>
                <a:t>titel</a:t>
              </a:r>
              <a:endParaRPr lang="en-GB" sz="44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2800" b="1" cap="all" dirty="0" err="1">
                  <a:solidFill>
                    <a:schemeClr val="bg1"/>
                  </a:solidFill>
                </a:rPr>
                <a:t>untertitel</a:t>
              </a:r>
              <a:endParaRPr lang="de-DE" sz="3200" b="1" cap="all" dirty="0">
                <a:solidFill>
                  <a:schemeClr val="bg1"/>
                </a:solidFill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D5771E9A-EE4A-9755-04F0-2E4F16CF2B22}"/>
                </a:ext>
              </a:extLst>
            </p:cNvPr>
            <p:cNvSpPr txBox="1"/>
            <p:nvPr/>
          </p:nvSpPr>
          <p:spPr>
            <a:xfrm>
              <a:off x="5981526" y="18710741"/>
              <a:ext cx="2663592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800" b="1" dirty="0" err="1">
                  <a:solidFill>
                    <a:schemeClr val="bg1"/>
                  </a:solidFill>
                </a:rPr>
                <a:t>titel</a:t>
              </a:r>
              <a:endParaRPr lang="en-GB" sz="44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2800" b="1" cap="all" dirty="0" err="1">
                  <a:solidFill>
                    <a:schemeClr val="bg1"/>
                  </a:solidFill>
                </a:rPr>
                <a:t>untertitel</a:t>
              </a:r>
              <a:endParaRPr lang="de-DE" sz="3200" b="1" cap="all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1708BAAC-577D-B4BE-9A84-99825DBEA657}"/>
              </a:ext>
            </a:extLst>
          </p:cNvPr>
          <p:cNvGrpSpPr/>
          <p:nvPr/>
        </p:nvGrpSpPr>
        <p:grpSpPr>
          <a:xfrm>
            <a:off x="-1" y="22423457"/>
            <a:ext cx="30275213" cy="8061081"/>
            <a:chOff x="-1" y="21836149"/>
            <a:chExt cx="30275213" cy="8648389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824CCD48-F762-0834-C245-DCBA31970ABF}"/>
                </a:ext>
              </a:extLst>
            </p:cNvPr>
            <p:cNvGrpSpPr/>
            <p:nvPr/>
          </p:nvGrpSpPr>
          <p:grpSpPr>
            <a:xfrm>
              <a:off x="-1" y="21836149"/>
              <a:ext cx="30275213" cy="8648389"/>
              <a:chOff x="-1" y="21836148"/>
              <a:chExt cx="30275213" cy="8648389"/>
            </a:xfrm>
          </p:grpSpPr>
          <p:sp>
            <p:nvSpPr>
              <p:cNvPr id="73" name="Rechteck 72">
                <a:extLst>
                  <a:ext uri="{FF2B5EF4-FFF2-40B4-BE49-F238E27FC236}">
                    <a16:creationId xmlns:a16="http://schemas.microsoft.com/office/drawing/2014/main" id="{5E8C522E-341B-116A-1E9E-5DBA1A269A0C}"/>
                  </a:ext>
                </a:extLst>
              </p:cNvPr>
              <p:cNvSpPr/>
              <p:nvPr/>
            </p:nvSpPr>
            <p:spPr>
              <a:xfrm>
                <a:off x="-1" y="21836148"/>
                <a:ext cx="30275213" cy="8648389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74" name="Rechteck: abgerundete Ecken 73">
                <a:extLst>
                  <a:ext uri="{FF2B5EF4-FFF2-40B4-BE49-F238E27FC236}">
                    <a16:creationId xmlns:a16="http://schemas.microsoft.com/office/drawing/2014/main" id="{F43318CE-51B6-07A7-94CC-C8AFA6ED6263}"/>
                  </a:ext>
                </a:extLst>
              </p:cNvPr>
              <p:cNvSpPr/>
              <p:nvPr/>
            </p:nvSpPr>
            <p:spPr>
              <a:xfrm>
                <a:off x="922973" y="22444290"/>
                <a:ext cx="9987670" cy="738643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in</a:t>
                </a:r>
              </a:p>
            </p:txBody>
          </p:sp>
          <p:sp>
            <p:nvSpPr>
              <p:cNvPr id="75" name="Pfeil: nach rechts 74">
                <a:extLst>
                  <a:ext uri="{FF2B5EF4-FFF2-40B4-BE49-F238E27FC236}">
                    <a16:creationId xmlns:a16="http://schemas.microsoft.com/office/drawing/2014/main" id="{07474B23-8955-15A9-58D4-9EF4FF636C5B}"/>
                  </a:ext>
                </a:extLst>
              </p:cNvPr>
              <p:cNvSpPr/>
              <p:nvPr/>
            </p:nvSpPr>
            <p:spPr>
              <a:xfrm>
                <a:off x="11671112" y="25442114"/>
                <a:ext cx="1410355" cy="1390789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257B0260-CA7D-936A-475C-5061BA049C4D}"/>
                  </a:ext>
                </a:extLst>
              </p:cNvPr>
              <p:cNvSpPr txBox="1"/>
              <p:nvPr/>
            </p:nvSpPr>
            <p:spPr>
              <a:xfrm>
                <a:off x="5916808" y="22669443"/>
                <a:ext cx="424531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4800" b="1" cap="all" dirty="0">
                    <a:solidFill>
                      <a:schemeClr val="accent6">
                        <a:lumMod val="50000"/>
                      </a:schemeClr>
                    </a:solidFill>
                  </a:rPr>
                  <a:t>Heading</a:t>
                </a:r>
                <a:endParaRPr lang="de-DE" sz="4800" b="1" cap="all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aphicFrame>
          <p:nvGraphicFramePr>
            <p:cNvPr id="26" name="Diagramm 25">
              <a:extLst>
                <a:ext uri="{FF2B5EF4-FFF2-40B4-BE49-F238E27FC236}">
                  <a16:creationId xmlns:a16="http://schemas.microsoft.com/office/drawing/2014/main" id="{EBDE7519-DA2B-EB3F-A8EC-FD46790EE4F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08834042"/>
                </p:ext>
              </p:extLst>
            </p:nvPr>
          </p:nvGraphicFramePr>
          <p:xfrm>
            <a:off x="1500563" y="22838760"/>
            <a:ext cx="8885127" cy="67573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" r:lo="rId11" r:qs="rId12" r:cs="rId13"/>
            </a:graphicData>
          </a:graphic>
        </p:graphicFrame>
      </p:grp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AB7C54FF-BBA4-19D6-BD3F-AE1C07816AA3}"/>
              </a:ext>
            </a:extLst>
          </p:cNvPr>
          <p:cNvSpPr/>
          <p:nvPr/>
        </p:nvSpPr>
        <p:spPr>
          <a:xfrm>
            <a:off x="15708923" y="31276348"/>
            <a:ext cx="13643317" cy="635679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9F343A9-AD71-1374-CC80-C48FEF1F735F}"/>
              </a:ext>
            </a:extLst>
          </p:cNvPr>
          <p:cNvSpPr txBox="1"/>
          <p:nvPr/>
        </p:nvSpPr>
        <p:spPr>
          <a:xfrm>
            <a:off x="24796086" y="31821060"/>
            <a:ext cx="3892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 cap="all" dirty="0" err="1">
                <a:solidFill>
                  <a:schemeClr val="bg1"/>
                </a:solidFill>
              </a:rPr>
              <a:t>heading</a:t>
            </a:r>
            <a:endParaRPr lang="de-DE" sz="4800" b="1" cap="all" dirty="0">
              <a:solidFill>
                <a:schemeClr val="bg1"/>
              </a:solidFill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A8FE051-D67D-31D5-ADF0-679C82623FF7}"/>
              </a:ext>
            </a:extLst>
          </p:cNvPr>
          <p:cNvSpPr txBox="1"/>
          <p:nvPr/>
        </p:nvSpPr>
        <p:spPr>
          <a:xfrm>
            <a:off x="18159586" y="6937355"/>
            <a:ext cx="10209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Erläuterungen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3E08DBC-C5AB-197D-5A9F-AC73022E90E4}"/>
              </a:ext>
            </a:extLst>
          </p:cNvPr>
          <p:cNvGrpSpPr/>
          <p:nvPr/>
        </p:nvGrpSpPr>
        <p:grpSpPr>
          <a:xfrm>
            <a:off x="11261634" y="16272021"/>
            <a:ext cx="18090606" cy="5416432"/>
            <a:chOff x="11262135" y="15607405"/>
            <a:chExt cx="18090606" cy="5416432"/>
          </a:xfrm>
        </p:grpSpPr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139C7BFD-30BD-47B1-641F-D500C1C47FC6}"/>
                </a:ext>
              </a:extLst>
            </p:cNvPr>
            <p:cNvSpPr/>
            <p:nvPr/>
          </p:nvSpPr>
          <p:spPr>
            <a:xfrm>
              <a:off x="11262135" y="15607405"/>
              <a:ext cx="18090606" cy="541643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79F8B774-C432-9207-4515-5544C87119C4}"/>
                </a:ext>
              </a:extLst>
            </p:cNvPr>
            <p:cNvSpPr txBox="1"/>
            <p:nvPr/>
          </p:nvSpPr>
          <p:spPr>
            <a:xfrm>
              <a:off x="25704538" y="16013643"/>
              <a:ext cx="28560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4800" b="1" cap="all" dirty="0">
                  <a:solidFill>
                    <a:schemeClr val="accent6">
                      <a:lumMod val="50000"/>
                    </a:schemeClr>
                  </a:solidFill>
                </a:rPr>
                <a:t>Heading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412E327E-1D38-B911-9401-C7CBF08936F7}"/>
                </a:ext>
              </a:extLst>
            </p:cNvPr>
            <p:cNvSpPr txBox="1"/>
            <p:nvPr/>
          </p:nvSpPr>
          <p:spPr>
            <a:xfrm>
              <a:off x="11936328" y="16946173"/>
              <a:ext cx="16864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>
                  <a:solidFill>
                    <a:schemeClr val="bg1"/>
                  </a:solidFill>
                </a:rPr>
                <a:t>Erläuterungen</a:t>
              </a:r>
            </a:p>
          </p:txBody>
        </p:sp>
      </p:grpSp>
      <p:sp>
        <p:nvSpPr>
          <p:cNvPr id="60" name="Textfeld 59">
            <a:extLst>
              <a:ext uri="{FF2B5EF4-FFF2-40B4-BE49-F238E27FC236}">
                <a16:creationId xmlns:a16="http://schemas.microsoft.com/office/drawing/2014/main" id="{453224F2-2CC7-D263-33F5-DF1329A5447D}"/>
              </a:ext>
            </a:extLst>
          </p:cNvPr>
          <p:cNvSpPr txBox="1"/>
          <p:nvPr/>
        </p:nvSpPr>
        <p:spPr>
          <a:xfrm>
            <a:off x="16264488" y="32649622"/>
            <a:ext cx="12451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Erläuterungen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3EFBDFD4-C8E2-F5F1-6DFB-339756864ED9}"/>
              </a:ext>
            </a:extLst>
          </p:cNvPr>
          <p:cNvSpPr txBox="1"/>
          <p:nvPr/>
        </p:nvSpPr>
        <p:spPr>
          <a:xfrm>
            <a:off x="7840567" y="15684289"/>
            <a:ext cx="275503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</a:rPr>
              <a:t>00</a:t>
            </a:r>
            <a:endParaRPr lang="en-GB" sz="5400" b="1" dirty="0">
              <a:solidFill>
                <a:schemeClr val="bg1"/>
              </a:solidFill>
            </a:endParaRP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Ø ALTER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589695C-2EA0-1873-6F4B-02102729D8E6}"/>
              </a:ext>
            </a:extLst>
          </p:cNvPr>
          <p:cNvSpPr txBox="1"/>
          <p:nvPr/>
        </p:nvSpPr>
        <p:spPr>
          <a:xfrm>
            <a:off x="2026782" y="38648640"/>
            <a:ext cx="2732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Literatur</a:t>
            </a:r>
            <a:endParaRPr lang="de-DE" sz="2000" dirty="0"/>
          </a:p>
        </p:txBody>
      </p:sp>
      <p:sp>
        <p:nvSpPr>
          <p:cNvPr id="6" name="Flussdiagramm: Verbinder 5">
            <a:extLst>
              <a:ext uri="{FF2B5EF4-FFF2-40B4-BE49-F238E27FC236}">
                <a16:creationId xmlns:a16="http://schemas.microsoft.com/office/drawing/2014/main" id="{6BB93E42-79DA-C443-75B0-F92E68724682}"/>
              </a:ext>
            </a:extLst>
          </p:cNvPr>
          <p:cNvSpPr/>
          <p:nvPr/>
        </p:nvSpPr>
        <p:spPr>
          <a:xfrm>
            <a:off x="27101083" y="820790"/>
            <a:ext cx="2456624" cy="247128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lussdiagramm: Verbinder 11">
            <a:extLst>
              <a:ext uri="{FF2B5EF4-FFF2-40B4-BE49-F238E27FC236}">
                <a16:creationId xmlns:a16="http://schemas.microsoft.com/office/drawing/2014/main" id="{FA4BA2EB-BF89-A24D-F892-DECD60E37101}"/>
              </a:ext>
            </a:extLst>
          </p:cNvPr>
          <p:cNvSpPr/>
          <p:nvPr/>
        </p:nvSpPr>
        <p:spPr>
          <a:xfrm>
            <a:off x="24181523" y="788444"/>
            <a:ext cx="2456624" cy="247128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lussdiagramm: Verbinder 13">
            <a:extLst>
              <a:ext uri="{FF2B5EF4-FFF2-40B4-BE49-F238E27FC236}">
                <a16:creationId xmlns:a16="http://schemas.microsoft.com/office/drawing/2014/main" id="{FFC4C7E3-13C6-68CB-DBC9-3D8D5A99C36E}"/>
              </a:ext>
            </a:extLst>
          </p:cNvPr>
          <p:cNvSpPr/>
          <p:nvPr/>
        </p:nvSpPr>
        <p:spPr>
          <a:xfrm>
            <a:off x="21261964" y="796569"/>
            <a:ext cx="2456624" cy="247128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F098820-CF05-59DF-E467-F3B032134FD8}"/>
              </a:ext>
            </a:extLst>
          </p:cNvPr>
          <p:cNvSpPr txBox="1"/>
          <p:nvPr/>
        </p:nvSpPr>
        <p:spPr>
          <a:xfrm>
            <a:off x="23264280" y="51349"/>
            <a:ext cx="4442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/>
              <a:t>Platzhalter Logos</a:t>
            </a:r>
          </a:p>
        </p:txBody>
      </p:sp>
    </p:spTree>
    <p:extLst>
      <p:ext uri="{BB962C8B-B14F-4D97-AF65-F5344CB8AC3E}">
        <p14:creationId xmlns:p14="http://schemas.microsoft.com/office/powerpoint/2010/main" val="425106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laugrü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96</Words>
  <Application>Microsoft Office PowerPoint</Application>
  <PresentationFormat>Benutzerdefiniert</PresentationFormat>
  <Paragraphs>48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TITEL TITEL TITEL TITEL TITEL – A titel of titel titel titel with titel and titel on titel titel titel and titels under titel titel titel titel titel titel.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Lena Dany</dc:creator>
  <cp:lastModifiedBy>Lena Dany</cp:lastModifiedBy>
  <cp:revision>4</cp:revision>
  <dcterms:created xsi:type="dcterms:W3CDTF">2026-07-12T15:40:09Z</dcterms:created>
  <dcterms:modified xsi:type="dcterms:W3CDTF">2026-07-29T08:48:09Z</dcterms:modified>
</cp:coreProperties>
</file>