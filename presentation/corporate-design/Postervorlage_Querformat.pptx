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42803763" cy="3027521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24" autoAdjust="0"/>
    <p:restoredTop sz="94660"/>
  </p:normalViewPr>
  <p:slideViewPr>
    <p:cSldViewPr snapToGrid="0">
      <p:cViewPr varScale="1">
        <p:scale>
          <a:sx n="18" d="100"/>
          <a:sy n="18" d="100"/>
        </p:scale>
        <p:origin x="144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B9D017-C1B7-4200-848B-0FB4577B2BC3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de-DE"/>
        </a:p>
      </dgm:t>
    </dgm:pt>
    <dgm:pt modelId="{7B2EBF87-53DD-41CF-B5A9-19B08ED01F6E}">
      <dgm:prSet phldrT="[Text]" phldr="1" custT="1"/>
      <dgm:spPr/>
      <dgm:t>
        <a:bodyPr/>
        <a:lstStyle/>
        <a:p>
          <a:endParaRPr lang="de-DE" sz="5400" dirty="0"/>
        </a:p>
      </dgm:t>
    </dgm:pt>
    <dgm:pt modelId="{A3DAA5FB-3C0B-478A-BC25-0C953F361673}" type="parTrans" cxnId="{B4A81BA9-7182-4F5C-A226-C67B8B5FEF59}">
      <dgm:prSet/>
      <dgm:spPr/>
      <dgm:t>
        <a:bodyPr/>
        <a:lstStyle/>
        <a:p>
          <a:endParaRPr lang="de-DE"/>
        </a:p>
      </dgm:t>
    </dgm:pt>
    <dgm:pt modelId="{DFF9F603-665A-4598-AEF9-41A02C9425B3}" type="sibTrans" cxnId="{B4A81BA9-7182-4F5C-A226-C67B8B5FEF59}">
      <dgm:prSet/>
      <dgm:spPr/>
      <dgm:t>
        <a:bodyPr/>
        <a:lstStyle/>
        <a:p>
          <a:endParaRPr lang="de-DE"/>
        </a:p>
      </dgm:t>
    </dgm:pt>
    <dgm:pt modelId="{88D75130-E77D-48EF-92C0-A823A01812F2}">
      <dgm:prSet phldrT="[Text]" phldr="1" custT="1"/>
      <dgm:spPr/>
      <dgm:t>
        <a:bodyPr/>
        <a:lstStyle/>
        <a:p>
          <a:endParaRPr lang="de-DE" sz="5400" dirty="0"/>
        </a:p>
      </dgm:t>
    </dgm:pt>
    <dgm:pt modelId="{4497F104-AC30-46EE-87E0-6E3E7EE8C410}" type="parTrans" cxnId="{6E611E5F-90E2-4438-9BC2-173E26EFBE9C}">
      <dgm:prSet/>
      <dgm:spPr/>
      <dgm:t>
        <a:bodyPr/>
        <a:lstStyle/>
        <a:p>
          <a:endParaRPr lang="de-DE"/>
        </a:p>
      </dgm:t>
    </dgm:pt>
    <dgm:pt modelId="{9AE2D145-1AB0-45B0-BE5A-035B91DEBBCB}" type="sibTrans" cxnId="{6E611E5F-90E2-4438-9BC2-173E26EFBE9C}">
      <dgm:prSet/>
      <dgm:spPr/>
      <dgm:t>
        <a:bodyPr/>
        <a:lstStyle/>
        <a:p>
          <a:endParaRPr lang="de-DE"/>
        </a:p>
      </dgm:t>
    </dgm:pt>
    <dgm:pt modelId="{692DE8F7-464F-4BAD-AC1A-48D5AC2BA798}">
      <dgm:prSet phldrT="[Text]" phldr="1" custT="1"/>
      <dgm:spPr/>
      <dgm:t>
        <a:bodyPr/>
        <a:lstStyle/>
        <a:p>
          <a:endParaRPr lang="de-DE" sz="5400" dirty="0"/>
        </a:p>
      </dgm:t>
    </dgm:pt>
    <dgm:pt modelId="{CA9B310C-61CF-46A4-855F-647C4A8B839B}" type="parTrans" cxnId="{60499960-D4D4-4F94-BB35-4ACB93DC9D73}">
      <dgm:prSet/>
      <dgm:spPr/>
      <dgm:t>
        <a:bodyPr/>
        <a:lstStyle/>
        <a:p>
          <a:endParaRPr lang="de-DE"/>
        </a:p>
      </dgm:t>
    </dgm:pt>
    <dgm:pt modelId="{52DBE042-D43B-436A-B4B7-FF9D7E649260}" type="sibTrans" cxnId="{60499960-D4D4-4F94-BB35-4ACB93DC9D73}">
      <dgm:prSet/>
      <dgm:spPr/>
      <dgm:t>
        <a:bodyPr/>
        <a:lstStyle/>
        <a:p>
          <a:endParaRPr lang="de-DE"/>
        </a:p>
      </dgm:t>
    </dgm:pt>
    <dgm:pt modelId="{0CFFB882-F71C-404D-99AA-105799376E0B}" type="pres">
      <dgm:prSet presAssocID="{A0B9D017-C1B7-4200-848B-0FB4577B2BC3}" presName="Name0" presStyleCnt="0">
        <dgm:presLayoutVars>
          <dgm:chMax val="7"/>
          <dgm:chPref val="7"/>
          <dgm:dir/>
        </dgm:presLayoutVars>
      </dgm:prSet>
      <dgm:spPr/>
    </dgm:pt>
    <dgm:pt modelId="{8284D4A2-FDE9-4128-9842-468674575C6E}" type="pres">
      <dgm:prSet presAssocID="{A0B9D017-C1B7-4200-848B-0FB4577B2BC3}" presName="Name1" presStyleCnt="0"/>
      <dgm:spPr/>
    </dgm:pt>
    <dgm:pt modelId="{BC484825-3852-4558-83BA-7996085A3625}" type="pres">
      <dgm:prSet presAssocID="{A0B9D017-C1B7-4200-848B-0FB4577B2BC3}" presName="cycle" presStyleCnt="0"/>
      <dgm:spPr/>
    </dgm:pt>
    <dgm:pt modelId="{564894BF-955F-4F73-971A-E8F46A078AE9}" type="pres">
      <dgm:prSet presAssocID="{A0B9D017-C1B7-4200-848B-0FB4577B2BC3}" presName="srcNode" presStyleLbl="node1" presStyleIdx="0" presStyleCnt="3"/>
      <dgm:spPr/>
    </dgm:pt>
    <dgm:pt modelId="{3EAA5C4B-D0B4-4D4D-B79B-931EE018A6C8}" type="pres">
      <dgm:prSet presAssocID="{A0B9D017-C1B7-4200-848B-0FB4577B2BC3}" presName="conn" presStyleLbl="parChTrans1D2" presStyleIdx="0" presStyleCnt="1"/>
      <dgm:spPr/>
    </dgm:pt>
    <dgm:pt modelId="{5BDA6373-A275-4D4A-92E3-30FE6529BB3B}" type="pres">
      <dgm:prSet presAssocID="{A0B9D017-C1B7-4200-848B-0FB4577B2BC3}" presName="extraNode" presStyleLbl="node1" presStyleIdx="0" presStyleCnt="3"/>
      <dgm:spPr/>
    </dgm:pt>
    <dgm:pt modelId="{B5BB3E32-8A5D-4474-AD19-F79500CD923E}" type="pres">
      <dgm:prSet presAssocID="{A0B9D017-C1B7-4200-848B-0FB4577B2BC3}" presName="dstNode" presStyleLbl="node1" presStyleIdx="0" presStyleCnt="3"/>
      <dgm:spPr/>
    </dgm:pt>
    <dgm:pt modelId="{76B00B9C-57BB-41E7-BAFE-5BDAEF8A727C}" type="pres">
      <dgm:prSet presAssocID="{7B2EBF87-53DD-41CF-B5A9-19B08ED01F6E}" presName="text_1" presStyleLbl="node1" presStyleIdx="0" presStyleCnt="3">
        <dgm:presLayoutVars>
          <dgm:bulletEnabled val="1"/>
        </dgm:presLayoutVars>
      </dgm:prSet>
      <dgm:spPr/>
    </dgm:pt>
    <dgm:pt modelId="{53A3B034-E187-4BDF-B7AE-F63A7CF1A5D6}" type="pres">
      <dgm:prSet presAssocID="{7B2EBF87-53DD-41CF-B5A9-19B08ED01F6E}" presName="accent_1" presStyleCnt="0"/>
      <dgm:spPr/>
    </dgm:pt>
    <dgm:pt modelId="{AA587B2E-2C79-4943-A4E9-CA442368EF0F}" type="pres">
      <dgm:prSet presAssocID="{7B2EBF87-53DD-41CF-B5A9-19B08ED01F6E}" presName="accentRepeatNode" presStyleLbl="solidFgAcc1" presStyleIdx="0" presStyleCnt="3"/>
      <dgm:spPr/>
    </dgm:pt>
    <dgm:pt modelId="{AFBECB4A-A0AE-4D64-B248-1617D8DBA673}" type="pres">
      <dgm:prSet presAssocID="{88D75130-E77D-48EF-92C0-A823A01812F2}" presName="text_2" presStyleLbl="node1" presStyleIdx="1" presStyleCnt="3">
        <dgm:presLayoutVars>
          <dgm:bulletEnabled val="1"/>
        </dgm:presLayoutVars>
      </dgm:prSet>
      <dgm:spPr/>
    </dgm:pt>
    <dgm:pt modelId="{B4879D0A-A890-429C-8F4D-CEC2867060CF}" type="pres">
      <dgm:prSet presAssocID="{88D75130-E77D-48EF-92C0-A823A01812F2}" presName="accent_2" presStyleCnt="0"/>
      <dgm:spPr/>
    </dgm:pt>
    <dgm:pt modelId="{E1D3B845-1098-476F-8D3F-06CB6AA2BB3E}" type="pres">
      <dgm:prSet presAssocID="{88D75130-E77D-48EF-92C0-A823A01812F2}" presName="accentRepeatNode" presStyleLbl="solidFgAcc1" presStyleIdx="1" presStyleCnt="3"/>
      <dgm:spPr/>
    </dgm:pt>
    <dgm:pt modelId="{B1F44E7E-691A-48B4-BE43-D393D07D02D5}" type="pres">
      <dgm:prSet presAssocID="{692DE8F7-464F-4BAD-AC1A-48D5AC2BA798}" presName="text_3" presStyleLbl="node1" presStyleIdx="2" presStyleCnt="3">
        <dgm:presLayoutVars>
          <dgm:bulletEnabled val="1"/>
        </dgm:presLayoutVars>
      </dgm:prSet>
      <dgm:spPr/>
    </dgm:pt>
    <dgm:pt modelId="{054522A9-1C8E-48ED-A507-E05693A6F512}" type="pres">
      <dgm:prSet presAssocID="{692DE8F7-464F-4BAD-AC1A-48D5AC2BA798}" presName="accent_3" presStyleCnt="0"/>
      <dgm:spPr/>
    </dgm:pt>
    <dgm:pt modelId="{CD59FB30-76FE-4C4B-98CF-3F13C6E09E22}" type="pres">
      <dgm:prSet presAssocID="{692DE8F7-464F-4BAD-AC1A-48D5AC2BA798}" presName="accentRepeatNode" presStyleLbl="solidFgAcc1" presStyleIdx="2" presStyleCnt="3"/>
      <dgm:spPr/>
    </dgm:pt>
  </dgm:ptLst>
  <dgm:cxnLst>
    <dgm:cxn modelId="{44FE5720-1DD7-4618-86E6-AACEBA478AC6}" type="presOf" srcId="{DFF9F603-665A-4598-AEF9-41A02C9425B3}" destId="{3EAA5C4B-D0B4-4D4D-B79B-931EE018A6C8}" srcOrd="0" destOrd="0" presId="urn:microsoft.com/office/officeart/2008/layout/VerticalCurvedList"/>
    <dgm:cxn modelId="{B3796136-112D-4699-A851-534A1D2393AB}" type="presOf" srcId="{7B2EBF87-53DD-41CF-B5A9-19B08ED01F6E}" destId="{76B00B9C-57BB-41E7-BAFE-5BDAEF8A727C}" srcOrd="0" destOrd="0" presId="urn:microsoft.com/office/officeart/2008/layout/VerticalCurvedList"/>
    <dgm:cxn modelId="{6E611E5F-90E2-4438-9BC2-173E26EFBE9C}" srcId="{A0B9D017-C1B7-4200-848B-0FB4577B2BC3}" destId="{88D75130-E77D-48EF-92C0-A823A01812F2}" srcOrd="1" destOrd="0" parTransId="{4497F104-AC30-46EE-87E0-6E3E7EE8C410}" sibTransId="{9AE2D145-1AB0-45B0-BE5A-035B91DEBBCB}"/>
    <dgm:cxn modelId="{60499960-D4D4-4F94-BB35-4ACB93DC9D73}" srcId="{A0B9D017-C1B7-4200-848B-0FB4577B2BC3}" destId="{692DE8F7-464F-4BAD-AC1A-48D5AC2BA798}" srcOrd="2" destOrd="0" parTransId="{CA9B310C-61CF-46A4-855F-647C4A8B839B}" sibTransId="{52DBE042-D43B-436A-B4B7-FF9D7E649260}"/>
    <dgm:cxn modelId="{B4A81BA9-7182-4F5C-A226-C67B8B5FEF59}" srcId="{A0B9D017-C1B7-4200-848B-0FB4577B2BC3}" destId="{7B2EBF87-53DD-41CF-B5A9-19B08ED01F6E}" srcOrd="0" destOrd="0" parTransId="{A3DAA5FB-3C0B-478A-BC25-0C953F361673}" sibTransId="{DFF9F603-665A-4598-AEF9-41A02C9425B3}"/>
    <dgm:cxn modelId="{3AAB34C7-A0F9-4958-9691-31C83A465445}" type="presOf" srcId="{88D75130-E77D-48EF-92C0-A823A01812F2}" destId="{AFBECB4A-A0AE-4D64-B248-1617D8DBA673}" srcOrd="0" destOrd="0" presId="urn:microsoft.com/office/officeart/2008/layout/VerticalCurvedList"/>
    <dgm:cxn modelId="{DD0728CD-04A7-4337-BEF7-2B501637EA35}" type="presOf" srcId="{A0B9D017-C1B7-4200-848B-0FB4577B2BC3}" destId="{0CFFB882-F71C-404D-99AA-105799376E0B}" srcOrd="0" destOrd="0" presId="urn:microsoft.com/office/officeart/2008/layout/VerticalCurvedList"/>
    <dgm:cxn modelId="{B0F695DA-48AD-4BE8-9655-A076F72BFFE8}" type="presOf" srcId="{692DE8F7-464F-4BAD-AC1A-48D5AC2BA798}" destId="{B1F44E7E-691A-48B4-BE43-D393D07D02D5}" srcOrd="0" destOrd="0" presId="urn:microsoft.com/office/officeart/2008/layout/VerticalCurvedList"/>
    <dgm:cxn modelId="{A9D8F0FD-7A76-4869-AA32-15DBAC62E1B0}" type="presParOf" srcId="{0CFFB882-F71C-404D-99AA-105799376E0B}" destId="{8284D4A2-FDE9-4128-9842-468674575C6E}" srcOrd="0" destOrd="0" presId="urn:microsoft.com/office/officeart/2008/layout/VerticalCurvedList"/>
    <dgm:cxn modelId="{B2031CA2-9CC8-434A-8D1A-5CED68C6146D}" type="presParOf" srcId="{8284D4A2-FDE9-4128-9842-468674575C6E}" destId="{BC484825-3852-4558-83BA-7996085A3625}" srcOrd="0" destOrd="0" presId="urn:microsoft.com/office/officeart/2008/layout/VerticalCurvedList"/>
    <dgm:cxn modelId="{D31E43E8-FDCE-45BF-BF6E-66396D8C7169}" type="presParOf" srcId="{BC484825-3852-4558-83BA-7996085A3625}" destId="{564894BF-955F-4F73-971A-E8F46A078AE9}" srcOrd="0" destOrd="0" presId="urn:microsoft.com/office/officeart/2008/layout/VerticalCurvedList"/>
    <dgm:cxn modelId="{99B8C8DA-9188-4206-BBB5-128A22FEF9B6}" type="presParOf" srcId="{BC484825-3852-4558-83BA-7996085A3625}" destId="{3EAA5C4B-D0B4-4D4D-B79B-931EE018A6C8}" srcOrd="1" destOrd="0" presId="urn:microsoft.com/office/officeart/2008/layout/VerticalCurvedList"/>
    <dgm:cxn modelId="{F15B6AD7-848B-4CAC-AD05-54D83A470FC4}" type="presParOf" srcId="{BC484825-3852-4558-83BA-7996085A3625}" destId="{5BDA6373-A275-4D4A-92E3-30FE6529BB3B}" srcOrd="2" destOrd="0" presId="urn:microsoft.com/office/officeart/2008/layout/VerticalCurvedList"/>
    <dgm:cxn modelId="{D984D8C4-2609-453A-A81B-D617110519B9}" type="presParOf" srcId="{BC484825-3852-4558-83BA-7996085A3625}" destId="{B5BB3E32-8A5D-4474-AD19-F79500CD923E}" srcOrd="3" destOrd="0" presId="urn:microsoft.com/office/officeart/2008/layout/VerticalCurvedList"/>
    <dgm:cxn modelId="{17FFDC49-21FE-4521-B9B0-0AD9B49962DC}" type="presParOf" srcId="{8284D4A2-FDE9-4128-9842-468674575C6E}" destId="{76B00B9C-57BB-41E7-BAFE-5BDAEF8A727C}" srcOrd="1" destOrd="0" presId="urn:microsoft.com/office/officeart/2008/layout/VerticalCurvedList"/>
    <dgm:cxn modelId="{FC7107B7-C6E2-4261-8D1B-BF76EB825F9A}" type="presParOf" srcId="{8284D4A2-FDE9-4128-9842-468674575C6E}" destId="{53A3B034-E187-4BDF-B7AE-F63A7CF1A5D6}" srcOrd="2" destOrd="0" presId="urn:microsoft.com/office/officeart/2008/layout/VerticalCurvedList"/>
    <dgm:cxn modelId="{011E8F69-C461-415E-8439-E286EBBFFBAE}" type="presParOf" srcId="{53A3B034-E187-4BDF-B7AE-F63A7CF1A5D6}" destId="{AA587B2E-2C79-4943-A4E9-CA442368EF0F}" srcOrd="0" destOrd="0" presId="urn:microsoft.com/office/officeart/2008/layout/VerticalCurvedList"/>
    <dgm:cxn modelId="{C26CF315-A16E-4106-B02B-FB045A8960AE}" type="presParOf" srcId="{8284D4A2-FDE9-4128-9842-468674575C6E}" destId="{AFBECB4A-A0AE-4D64-B248-1617D8DBA673}" srcOrd="3" destOrd="0" presId="urn:microsoft.com/office/officeart/2008/layout/VerticalCurvedList"/>
    <dgm:cxn modelId="{11D43796-E526-4FAB-BE4B-0E41F682F0B0}" type="presParOf" srcId="{8284D4A2-FDE9-4128-9842-468674575C6E}" destId="{B4879D0A-A890-429C-8F4D-CEC2867060CF}" srcOrd="4" destOrd="0" presId="urn:microsoft.com/office/officeart/2008/layout/VerticalCurvedList"/>
    <dgm:cxn modelId="{06CF25B3-AFDF-4137-82E8-90F0F7CEE8F5}" type="presParOf" srcId="{B4879D0A-A890-429C-8F4D-CEC2867060CF}" destId="{E1D3B845-1098-476F-8D3F-06CB6AA2BB3E}" srcOrd="0" destOrd="0" presId="urn:microsoft.com/office/officeart/2008/layout/VerticalCurvedList"/>
    <dgm:cxn modelId="{DB6CE3B1-0DC3-4179-B5AB-5CD0F52A42A3}" type="presParOf" srcId="{8284D4A2-FDE9-4128-9842-468674575C6E}" destId="{B1F44E7E-691A-48B4-BE43-D393D07D02D5}" srcOrd="5" destOrd="0" presId="urn:microsoft.com/office/officeart/2008/layout/VerticalCurvedList"/>
    <dgm:cxn modelId="{D531A8A6-65D4-4ADB-99B4-14FD2B19ACAB}" type="presParOf" srcId="{8284D4A2-FDE9-4128-9842-468674575C6E}" destId="{054522A9-1C8E-48ED-A507-E05693A6F512}" srcOrd="6" destOrd="0" presId="urn:microsoft.com/office/officeart/2008/layout/VerticalCurvedList"/>
    <dgm:cxn modelId="{1C6C0607-E982-4597-BC5C-BF8C820BAD75}" type="presParOf" srcId="{054522A9-1C8E-48ED-A507-E05693A6F512}" destId="{CD59FB30-76FE-4C4B-98CF-3F13C6E09E2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AA5C4B-D0B4-4D4D-B79B-931EE018A6C8}">
      <dsp:nvSpPr>
        <dsp:cNvPr id="0" name=""/>
        <dsp:cNvSpPr/>
      </dsp:nvSpPr>
      <dsp:spPr>
        <a:xfrm>
          <a:off x="-5654041" y="-865659"/>
          <a:ext cx="6732825" cy="6732825"/>
        </a:xfrm>
        <a:prstGeom prst="blockArc">
          <a:avLst>
            <a:gd name="adj1" fmla="val 18900000"/>
            <a:gd name="adj2" fmla="val 2700000"/>
            <a:gd name="adj3" fmla="val 321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B00B9C-57BB-41E7-BAFE-5BDAEF8A727C}">
      <dsp:nvSpPr>
        <dsp:cNvPr id="0" name=""/>
        <dsp:cNvSpPr/>
      </dsp:nvSpPr>
      <dsp:spPr>
        <a:xfrm>
          <a:off x="694209" y="500150"/>
          <a:ext cx="10229029" cy="10003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3989" tIns="137160" rIns="137160" bIns="13716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400" kern="1200" dirty="0"/>
        </a:p>
      </dsp:txBody>
      <dsp:txXfrm>
        <a:off x="694209" y="500150"/>
        <a:ext cx="10229029" cy="1000301"/>
      </dsp:txXfrm>
    </dsp:sp>
    <dsp:sp modelId="{AA587B2E-2C79-4943-A4E9-CA442368EF0F}">
      <dsp:nvSpPr>
        <dsp:cNvPr id="0" name=""/>
        <dsp:cNvSpPr/>
      </dsp:nvSpPr>
      <dsp:spPr>
        <a:xfrm>
          <a:off x="69020" y="375113"/>
          <a:ext cx="1250376" cy="125037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BECB4A-A0AE-4D64-B248-1617D8DBA673}">
      <dsp:nvSpPr>
        <dsp:cNvPr id="0" name=""/>
        <dsp:cNvSpPr/>
      </dsp:nvSpPr>
      <dsp:spPr>
        <a:xfrm>
          <a:off x="1057818" y="2000602"/>
          <a:ext cx="9865419" cy="10003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3989" tIns="137160" rIns="137160" bIns="13716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400" kern="1200" dirty="0"/>
        </a:p>
      </dsp:txBody>
      <dsp:txXfrm>
        <a:off x="1057818" y="2000602"/>
        <a:ext cx="9865419" cy="1000301"/>
      </dsp:txXfrm>
    </dsp:sp>
    <dsp:sp modelId="{E1D3B845-1098-476F-8D3F-06CB6AA2BB3E}">
      <dsp:nvSpPr>
        <dsp:cNvPr id="0" name=""/>
        <dsp:cNvSpPr/>
      </dsp:nvSpPr>
      <dsp:spPr>
        <a:xfrm>
          <a:off x="432630" y="1875565"/>
          <a:ext cx="1250376" cy="125037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F44E7E-691A-48B4-BE43-D393D07D02D5}">
      <dsp:nvSpPr>
        <dsp:cNvPr id="0" name=""/>
        <dsp:cNvSpPr/>
      </dsp:nvSpPr>
      <dsp:spPr>
        <a:xfrm>
          <a:off x="694209" y="3501054"/>
          <a:ext cx="10229029" cy="10003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3989" tIns="137160" rIns="137160" bIns="13716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400" kern="1200" dirty="0"/>
        </a:p>
      </dsp:txBody>
      <dsp:txXfrm>
        <a:off x="694209" y="3501054"/>
        <a:ext cx="10229029" cy="1000301"/>
      </dsp:txXfrm>
    </dsp:sp>
    <dsp:sp modelId="{CD59FB30-76FE-4C4B-98CF-3F13C6E09E22}">
      <dsp:nvSpPr>
        <dsp:cNvPr id="0" name=""/>
        <dsp:cNvSpPr/>
      </dsp:nvSpPr>
      <dsp:spPr>
        <a:xfrm>
          <a:off x="69020" y="3376017"/>
          <a:ext cx="1250376" cy="125037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10282" y="4954765"/>
            <a:ext cx="36383199" cy="10540259"/>
          </a:xfrm>
        </p:spPr>
        <p:txBody>
          <a:bodyPr anchor="b"/>
          <a:lstStyle>
            <a:lvl1pPr algn="ctr">
              <a:defRPr sz="2648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50471" y="15901497"/>
            <a:ext cx="32102822" cy="7309499"/>
          </a:xfrm>
        </p:spPr>
        <p:txBody>
          <a:bodyPr/>
          <a:lstStyle>
            <a:lvl1pPr marL="0" indent="0" algn="ctr">
              <a:buNone/>
              <a:defRPr sz="10595"/>
            </a:lvl1pPr>
            <a:lvl2pPr marL="2018355" indent="0" algn="ctr">
              <a:buNone/>
              <a:defRPr sz="8829"/>
            </a:lvl2pPr>
            <a:lvl3pPr marL="4036710" indent="0" algn="ctr">
              <a:buNone/>
              <a:defRPr sz="7946"/>
            </a:lvl3pPr>
            <a:lvl4pPr marL="6055065" indent="0" algn="ctr">
              <a:buNone/>
              <a:defRPr sz="7063"/>
            </a:lvl4pPr>
            <a:lvl5pPr marL="8073420" indent="0" algn="ctr">
              <a:buNone/>
              <a:defRPr sz="7063"/>
            </a:lvl5pPr>
            <a:lvl6pPr marL="10091776" indent="0" algn="ctr">
              <a:buNone/>
              <a:defRPr sz="7063"/>
            </a:lvl6pPr>
            <a:lvl7pPr marL="12110131" indent="0" algn="ctr">
              <a:buNone/>
              <a:defRPr sz="7063"/>
            </a:lvl7pPr>
            <a:lvl8pPr marL="14128486" indent="0" algn="ctr">
              <a:buNone/>
              <a:defRPr sz="7063"/>
            </a:lvl8pPr>
            <a:lvl9pPr marL="16146841" indent="0" algn="ctr">
              <a:buNone/>
              <a:defRPr sz="7063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15E2B-29FC-4B72-80EA-90324A364E75}" type="datetimeFigureOut">
              <a:rPr lang="de-DE" smtClean="0"/>
              <a:t>28.07.2026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F92D-2C5A-4137-8D4A-AEF0663E75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9443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15E2B-29FC-4B72-80EA-90324A364E75}" type="datetimeFigureOut">
              <a:rPr lang="de-DE" smtClean="0"/>
              <a:t>28.07.2026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F92D-2C5A-4137-8D4A-AEF0663E75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574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0467" y="7547788"/>
            <a:ext cx="36918246" cy="12593645"/>
          </a:xfrm>
        </p:spPr>
        <p:txBody>
          <a:bodyPr anchor="b"/>
          <a:lstStyle>
            <a:lvl1pPr>
              <a:defRPr sz="2648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0467" y="20260574"/>
            <a:ext cx="36918246" cy="6622701"/>
          </a:xfrm>
        </p:spPr>
        <p:txBody>
          <a:bodyPr/>
          <a:lstStyle>
            <a:lvl1pPr marL="0" indent="0">
              <a:buNone/>
              <a:defRPr sz="10595">
                <a:solidFill>
                  <a:schemeClr val="tx1">
                    <a:tint val="82000"/>
                  </a:schemeClr>
                </a:solidFill>
              </a:defRPr>
            </a:lvl1pPr>
            <a:lvl2pPr marL="2018355" indent="0">
              <a:buNone/>
              <a:defRPr sz="8829">
                <a:solidFill>
                  <a:schemeClr val="tx1">
                    <a:tint val="82000"/>
                  </a:schemeClr>
                </a:solidFill>
              </a:defRPr>
            </a:lvl2pPr>
            <a:lvl3pPr marL="403671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3pPr>
            <a:lvl4pPr marL="6055065" indent="0">
              <a:buNone/>
              <a:defRPr sz="7063">
                <a:solidFill>
                  <a:schemeClr val="tx1">
                    <a:tint val="82000"/>
                  </a:schemeClr>
                </a:solidFill>
              </a:defRPr>
            </a:lvl4pPr>
            <a:lvl5pPr marL="8073420" indent="0">
              <a:buNone/>
              <a:defRPr sz="7063">
                <a:solidFill>
                  <a:schemeClr val="tx1">
                    <a:tint val="82000"/>
                  </a:schemeClr>
                </a:solidFill>
              </a:defRPr>
            </a:lvl5pPr>
            <a:lvl6pPr marL="10091776" indent="0">
              <a:buNone/>
              <a:defRPr sz="7063">
                <a:solidFill>
                  <a:schemeClr val="tx1">
                    <a:tint val="82000"/>
                  </a:schemeClr>
                </a:solidFill>
              </a:defRPr>
            </a:lvl6pPr>
            <a:lvl7pPr marL="12110131" indent="0">
              <a:buNone/>
              <a:defRPr sz="7063">
                <a:solidFill>
                  <a:schemeClr val="tx1">
                    <a:tint val="82000"/>
                  </a:schemeClr>
                </a:solidFill>
              </a:defRPr>
            </a:lvl7pPr>
            <a:lvl8pPr marL="14128486" indent="0">
              <a:buNone/>
              <a:defRPr sz="7063">
                <a:solidFill>
                  <a:schemeClr val="tx1">
                    <a:tint val="82000"/>
                  </a:schemeClr>
                </a:solidFill>
              </a:defRPr>
            </a:lvl8pPr>
            <a:lvl9pPr marL="16146841" indent="0">
              <a:buNone/>
              <a:defRPr sz="706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15E2B-29FC-4B72-80EA-90324A364E75}" type="datetimeFigureOut">
              <a:rPr lang="de-DE" smtClean="0"/>
              <a:t>28.07.2026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F92D-2C5A-4137-8D4A-AEF0663E75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3893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42759" y="8059374"/>
            <a:ext cx="18191599" cy="1920934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669405" y="8059374"/>
            <a:ext cx="18191599" cy="1920934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15E2B-29FC-4B72-80EA-90324A364E75}" type="datetimeFigureOut">
              <a:rPr lang="de-DE" smtClean="0"/>
              <a:t>28.07.2026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F92D-2C5A-4137-8D4A-AEF0663E75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9644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334" y="1611882"/>
            <a:ext cx="36918246" cy="585180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8339" y="7421634"/>
            <a:ext cx="18107995" cy="3637228"/>
          </a:xfrm>
        </p:spPr>
        <p:txBody>
          <a:bodyPr anchor="b"/>
          <a:lstStyle>
            <a:lvl1pPr marL="0" indent="0">
              <a:buNone/>
              <a:defRPr sz="10595" b="1"/>
            </a:lvl1pPr>
            <a:lvl2pPr marL="2018355" indent="0">
              <a:buNone/>
              <a:defRPr sz="8829" b="1"/>
            </a:lvl2pPr>
            <a:lvl3pPr marL="4036710" indent="0">
              <a:buNone/>
              <a:defRPr sz="7946" b="1"/>
            </a:lvl3pPr>
            <a:lvl4pPr marL="6055065" indent="0">
              <a:buNone/>
              <a:defRPr sz="7063" b="1"/>
            </a:lvl4pPr>
            <a:lvl5pPr marL="8073420" indent="0">
              <a:buNone/>
              <a:defRPr sz="7063" b="1"/>
            </a:lvl5pPr>
            <a:lvl6pPr marL="10091776" indent="0">
              <a:buNone/>
              <a:defRPr sz="7063" b="1"/>
            </a:lvl6pPr>
            <a:lvl7pPr marL="12110131" indent="0">
              <a:buNone/>
              <a:defRPr sz="7063" b="1"/>
            </a:lvl7pPr>
            <a:lvl8pPr marL="14128486" indent="0">
              <a:buNone/>
              <a:defRPr sz="7063" b="1"/>
            </a:lvl8pPr>
            <a:lvl9pPr marL="16146841" indent="0">
              <a:buNone/>
              <a:defRPr sz="706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48339" y="11058863"/>
            <a:ext cx="18107995" cy="1626592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669408" y="7421634"/>
            <a:ext cx="18197174" cy="3637228"/>
          </a:xfrm>
        </p:spPr>
        <p:txBody>
          <a:bodyPr anchor="b"/>
          <a:lstStyle>
            <a:lvl1pPr marL="0" indent="0">
              <a:buNone/>
              <a:defRPr sz="10595" b="1"/>
            </a:lvl1pPr>
            <a:lvl2pPr marL="2018355" indent="0">
              <a:buNone/>
              <a:defRPr sz="8829" b="1"/>
            </a:lvl2pPr>
            <a:lvl3pPr marL="4036710" indent="0">
              <a:buNone/>
              <a:defRPr sz="7946" b="1"/>
            </a:lvl3pPr>
            <a:lvl4pPr marL="6055065" indent="0">
              <a:buNone/>
              <a:defRPr sz="7063" b="1"/>
            </a:lvl4pPr>
            <a:lvl5pPr marL="8073420" indent="0">
              <a:buNone/>
              <a:defRPr sz="7063" b="1"/>
            </a:lvl5pPr>
            <a:lvl6pPr marL="10091776" indent="0">
              <a:buNone/>
              <a:defRPr sz="7063" b="1"/>
            </a:lvl6pPr>
            <a:lvl7pPr marL="12110131" indent="0">
              <a:buNone/>
              <a:defRPr sz="7063" b="1"/>
            </a:lvl7pPr>
            <a:lvl8pPr marL="14128486" indent="0">
              <a:buNone/>
              <a:defRPr sz="7063" b="1"/>
            </a:lvl8pPr>
            <a:lvl9pPr marL="16146841" indent="0">
              <a:buNone/>
              <a:defRPr sz="706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669408" y="11058863"/>
            <a:ext cx="18197174" cy="1626592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15E2B-29FC-4B72-80EA-90324A364E75}" type="datetimeFigureOut">
              <a:rPr lang="de-DE" smtClean="0"/>
              <a:t>28.07.2026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F92D-2C5A-4137-8D4A-AEF0663E75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379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15E2B-29FC-4B72-80EA-90324A364E75}" type="datetimeFigureOut">
              <a:rPr lang="de-DE" smtClean="0"/>
              <a:t>28.07.2026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F92D-2C5A-4137-8D4A-AEF0663E75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1525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15E2B-29FC-4B72-80EA-90324A364E75}" type="datetimeFigureOut">
              <a:rPr lang="de-DE" smtClean="0"/>
              <a:t>28.07.2026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F92D-2C5A-4137-8D4A-AEF0663E75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9792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334" y="2018348"/>
            <a:ext cx="13805328" cy="7064216"/>
          </a:xfrm>
        </p:spPr>
        <p:txBody>
          <a:bodyPr anchor="b"/>
          <a:lstStyle>
            <a:lvl1pPr>
              <a:defRPr sz="1412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97174" y="4359077"/>
            <a:ext cx="21669405" cy="21515024"/>
          </a:xfrm>
        </p:spPr>
        <p:txBody>
          <a:bodyPr/>
          <a:lstStyle>
            <a:lvl1pPr>
              <a:defRPr sz="14127"/>
            </a:lvl1pPr>
            <a:lvl2pPr>
              <a:defRPr sz="12361"/>
            </a:lvl2pPr>
            <a:lvl3pPr>
              <a:defRPr sz="10595"/>
            </a:lvl3pPr>
            <a:lvl4pPr>
              <a:defRPr sz="8829"/>
            </a:lvl4pPr>
            <a:lvl5pPr>
              <a:defRPr sz="8829"/>
            </a:lvl5pPr>
            <a:lvl6pPr>
              <a:defRPr sz="8829"/>
            </a:lvl6pPr>
            <a:lvl7pPr>
              <a:defRPr sz="8829"/>
            </a:lvl7pPr>
            <a:lvl8pPr>
              <a:defRPr sz="8829"/>
            </a:lvl8pPr>
            <a:lvl9pPr>
              <a:defRPr sz="8829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48334" y="9082564"/>
            <a:ext cx="13805328" cy="16826573"/>
          </a:xfrm>
        </p:spPr>
        <p:txBody>
          <a:bodyPr/>
          <a:lstStyle>
            <a:lvl1pPr marL="0" indent="0">
              <a:buNone/>
              <a:defRPr sz="7063"/>
            </a:lvl1pPr>
            <a:lvl2pPr marL="2018355" indent="0">
              <a:buNone/>
              <a:defRPr sz="6180"/>
            </a:lvl2pPr>
            <a:lvl3pPr marL="4036710" indent="0">
              <a:buNone/>
              <a:defRPr sz="5298"/>
            </a:lvl3pPr>
            <a:lvl4pPr marL="6055065" indent="0">
              <a:buNone/>
              <a:defRPr sz="4415"/>
            </a:lvl4pPr>
            <a:lvl5pPr marL="8073420" indent="0">
              <a:buNone/>
              <a:defRPr sz="4415"/>
            </a:lvl5pPr>
            <a:lvl6pPr marL="10091776" indent="0">
              <a:buNone/>
              <a:defRPr sz="4415"/>
            </a:lvl6pPr>
            <a:lvl7pPr marL="12110131" indent="0">
              <a:buNone/>
              <a:defRPr sz="4415"/>
            </a:lvl7pPr>
            <a:lvl8pPr marL="14128486" indent="0">
              <a:buNone/>
              <a:defRPr sz="4415"/>
            </a:lvl8pPr>
            <a:lvl9pPr marL="16146841" indent="0">
              <a:buNone/>
              <a:defRPr sz="441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15E2B-29FC-4B72-80EA-90324A364E75}" type="datetimeFigureOut">
              <a:rPr lang="de-DE" smtClean="0"/>
              <a:t>28.07.2026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F92D-2C5A-4137-8D4A-AEF0663E75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666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334" y="2018348"/>
            <a:ext cx="13805328" cy="7064216"/>
          </a:xfrm>
        </p:spPr>
        <p:txBody>
          <a:bodyPr anchor="b"/>
          <a:lstStyle>
            <a:lvl1pPr>
              <a:defRPr sz="1412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197174" y="4359077"/>
            <a:ext cx="21669405" cy="21515024"/>
          </a:xfrm>
        </p:spPr>
        <p:txBody>
          <a:bodyPr anchor="t"/>
          <a:lstStyle>
            <a:lvl1pPr marL="0" indent="0">
              <a:buNone/>
              <a:defRPr sz="14127"/>
            </a:lvl1pPr>
            <a:lvl2pPr marL="2018355" indent="0">
              <a:buNone/>
              <a:defRPr sz="12361"/>
            </a:lvl2pPr>
            <a:lvl3pPr marL="4036710" indent="0">
              <a:buNone/>
              <a:defRPr sz="10595"/>
            </a:lvl3pPr>
            <a:lvl4pPr marL="6055065" indent="0">
              <a:buNone/>
              <a:defRPr sz="8829"/>
            </a:lvl4pPr>
            <a:lvl5pPr marL="8073420" indent="0">
              <a:buNone/>
              <a:defRPr sz="8829"/>
            </a:lvl5pPr>
            <a:lvl6pPr marL="10091776" indent="0">
              <a:buNone/>
              <a:defRPr sz="8829"/>
            </a:lvl6pPr>
            <a:lvl7pPr marL="12110131" indent="0">
              <a:buNone/>
              <a:defRPr sz="8829"/>
            </a:lvl7pPr>
            <a:lvl8pPr marL="14128486" indent="0">
              <a:buNone/>
              <a:defRPr sz="8829"/>
            </a:lvl8pPr>
            <a:lvl9pPr marL="16146841" indent="0">
              <a:buNone/>
              <a:defRPr sz="8829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48334" y="9082564"/>
            <a:ext cx="13805328" cy="16826573"/>
          </a:xfrm>
        </p:spPr>
        <p:txBody>
          <a:bodyPr/>
          <a:lstStyle>
            <a:lvl1pPr marL="0" indent="0">
              <a:buNone/>
              <a:defRPr sz="7063"/>
            </a:lvl1pPr>
            <a:lvl2pPr marL="2018355" indent="0">
              <a:buNone/>
              <a:defRPr sz="6180"/>
            </a:lvl2pPr>
            <a:lvl3pPr marL="4036710" indent="0">
              <a:buNone/>
              <a:defRPr sz="5298"/>
            </a:lvl3pPr>
            <a:lvl4pPr marL="6055065" indent="0">
              <a:buNone/>
              <a:defRPr sz="4415"/>
            </a:lvl4pPr>
            <a:lvl5pPr marL="8073420" indent="0">
              <a:buNone/>
              <a:defRPr sz="4415"/>
            </a:lvl5pPr>
            <a:lvl6pPr marL="10091776" indent="0">
              <a:buNone/>
              <a:defRPr sz="4415"/>
            </a:lvl6pPr>
            <a:lvl7pPr marL="12110131" indent="0">
              <a:buNone/>
              <a:defRPr sz="4415"/>
            </a:lvl7pPr>
            <a:lvl8pPr marL="14128486" indent="0">
              <a:buNone/>
              <a:defRPr sz="4415"/>
            </a:lvl8pPr>
            <a:lvl9pPr marL="16146841" indent="0">
              <a:buNone/>
              <a:defRPr sz="441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15E2B-29FC-4B72-80EA-90324A364E75}" type="datetimeFigureOut">
              <a:rPr lang="de-DE" smtClean="0"/>
              <a:t>28.07.2026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F92D-2C5A-4137-8D4A-AEF0663E75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1449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15E2B-29FC-4B72-80EA-90324A364E75}" type="datetimeFigureOut">
              <a:rPr lang="de-DE" smtClean="0"/>
              <a:t>28.07.2026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F92D-2C5A-4137-8D4A-AEF0663E75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4348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631445" y="1611875"/>
            <a:ext cx="9229561" cy="2565684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42761" y="1611875"/>
            <a:ext cx="27153637" cy="2565684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15E2B-29FC-4B72-80EA-90324A364E75}" type="datetimeFigureOut">
              <a:rPr lang="de-DE" smtClean="0"/>
              <a:t>28.07.2026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F92D-2C5A-4137-8D4A-AEF0663E75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6041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2759" y="1611882"/>
            <a:ext cx="36918246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2759" y="8059374"/>
            <a:ext cx="36918246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42759" y="28060644"/>
            <a:ext cx="9630847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2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015E2B-29FC-4B72-80EA-90324A364E75}" type="datetimeFigureOut">
              <a:rPr lang="de-DE" smtClean="0"/>
              <a:t>28.07.2026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78747" y="28060644"/>
            <a:ext cx="14446270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2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230157" y="28060644"/>
            <a:ext cx="9630847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34F92D-2C5A-4137-8D4A-AEF0663E75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379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036710" rtl="0" eaLnBrk="1" latinLnBrk="0" hangingPunct="1">
        <a:lnSpc>
          <a:spcPct val="90000"/>
        </a:lnSpc>
        <a:spcBef>
          <a:spcPct val="0"/>
        </a:spcBef>
        <a:buNone/>
        <a:defRPr sz="194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09178" indent="-1009178" algn="l" defTabSz="4036710" rtl="0" eaLnBrk="1" latinLnBrk="0" hangingPunct="1">
        <a:lnSpc>
          <a:spcPct val="90000"/>
        </a:lnSpc>
        <a:spcBef>
          <a:spcPts val="4415"/>
        </a:spcBef>
        <a:buFont typeface="Arial" panose="020B0604020202020204" pitchFamily="34" charset="0"/>
        <a:buChar char="•"/>
        <a:defRPr sz="12361" kern="1200">
          <a:solidFill>
            <a:schemeClr val="tx1"/>
          </a:solidFill>
          <a:latin typeface="+mn-lt"/>
          <a:ea typeface="+mn-ea"/>
          <a:cs typeface="+mn-cs"/>
        </a:defRPr>
      </a:lvl1pPr>
      <a:lvl2pPr marL="3027533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10595" kern="1200">
          <a:solidFill>
            <a:schemeClr val="tx1"/>
          </a:solidFill>
          <a:latin typeface="+mn-lt"/>
          <a:ea typeface="+mn-ea"/>
          <a:cs typeface="+mn-cs"/>
        </a:defRPr>
      </a:lvl2pPr>
      <a:lvl3pPr marL="5045888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8829" kern="1200">
          <a:solidFill>
            <a:schemeClr val="tx1"/>
          </a:solidFill>
          <a:latin typeface="+mn-lt"/>
          <a:ea typeface="+mn-ea"/>
          <a:cs typeface="+mn-cs"/>
        </a:defRPr>
      </a:lvl3pPr>
      <a:lvl4pPr marL="7064243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4pPr>
      <a:lvl5pPr marL="9082598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5pPr>
      <a:lvl6pPr marL="11100953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6pPr>
      <a:lvl7pPr marL="13119308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7pPr>
      <a:lvl8pPr marL="15137663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8pPr>
      <a:lvl9pPr marL="17156019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1pPr>
      <a:lvl2pPr marL="2018355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4036710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3pPr>
      <a:lvl4pPr marL="6055065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4pPr>
      <a:lvl5pPr marL="8073420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5pPr>
      <a:lvl6pPr marL="10091776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6pPr>
      <a:lvl7pPr marL="12110131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7pPr>
      <a:lvl8pPr marL="14128486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8pPr>
      <a:lvl9pPr marL="16146841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3.png"/><Relationship Id="rId9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Flussdiagramm: Verbinder zu einer anderen Seite 134">
            <a:extLst>
              <a:ext uri="{FF2B5EF4-FFF2-40B4-BE49-F238E27FC236}">
                <a16:creationId xmlns:a16="http://schemas.microsoft.com/office/drawing/2014/main" id="{944C1F07-6761-9B77-01C7-5A9BF3121834}"/>
              </a:ext>
            </a:extLst>
          </p:cNvPr>
          <p:cNvSpPr/>
          <p:nvPr/>
        </p:nvSpPr>
        <p:spPr>
          <a:xfrm rot="16200000">
            <a:off x="12513139" y="-12513139"/>
            <a:ext cx="3680357" cy="28706635"/>
          </a:xfrm>
          <a:prstGeom prst="flowChartOffpageConnector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8C501DE-2B7F-5829-BAC7-724795716E8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3" b="3772"/>
          <a:stretch>
            <a:fillRect/>
          </a:stretch>
        </p:blipFill>
        <p:spPr>
          <a:xfrm>
            <a:off x="0" y="15331550"/>
            <a:ext cx="28912458" cy="14943663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43BB7E74-0440-793A-2581-8B9819CC5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60706709" y="-6716068"/>
            <a:ext cx="11014535" cy="430862"/>
          </a:xfrm>
        </p:spPr>
        <p:txBody>
          <a:bodyPr>
            <a:normAutofit fontScale="40000" lnSpcReduction="20000"/>
          </a:bodyPr>
          <a:lstStyle/>
          <a:p>
            <a:endParaRPr lang="de-DE" sz="6786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63B9044B-177D-77E7-AB12-02FAF339E8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658" y="217727"/>
            <a:ext cx="23445182" cy="3143968"/>
          </a:xfrm>
        </p:spPr>
        <p:txBody>
          <a:bodyPr>
            <a:normAutofit fontScale="90000"/>
          </a:bodyPr>
          <a:lstStyle/>
          <a:p>
            <a:pPr algn="l"/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TITEL </a:t>
            </a:r>
            <a:r>
              <a:rPr kumimoji="0" lang="en-US" sz="8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TITEL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US" sz="8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TITEL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US" sz="8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TITEL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US" sz="8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TITEL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 –</a:t>
            </a:r>
            <a:b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A </a:t>
            </a:r>
            <a:r>
              <a:rPr kumimoji="0" lang="en-US" sz="8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titel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 of </a:t>
            </a:r>
            <a:r>
              <a:rPr kumimoji="0" lang="en-US" sz="8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titel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US" sz="8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titel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US" sz="8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titel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 with </a:t>
            </a:r>
            <a:r>
              <a:rPr kumimoji="0" lang="en-US" sz="8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titel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 and </a:t>
            </a:r>
            <a:r>
              <a:rPr kumimoji="0" lang="en-US" sz="8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titel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 on </a:t>
            </a:r>
            <a:r>
              <a:rPr kumimoji="0" lang="en-US" sz="8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titel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US" sz="8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titel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US" sz="8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titel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 and </a:t>
            </a:r>
            <a:r>
              <a:rPr kumimoji="0" lang="en-US" sz="8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titels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 under </a:t>
            </a:r>
            <a:r>
              <a:rPr kumimoji="0" lang="en-US" sz="8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titel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US" sz="8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titel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US" sz="8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titel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US" sz="8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titel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US" sz="8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titel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US" sz="8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titel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Display" panose="02110004020202020204"/>
                <a:ea typeface="+mj-ea"/>
                <a:cs typeface="+mj-cs"/>
              </a:rPr>
              <a:t>.</a:t>
            </a:r>
            <a:endParaRPr lang="de-DE" sz="11500" cap="all" dirty="0">
              <a:solidFill>
                <a:schemeClr val="bg1"/>
              </a:solidFill>
              <a:latin typeface="Aptos Black" panose="020B0004020202020204" pitchFamily="34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8CD96EE-AE5E-19A6-501C-E5C18BE7959A}"/>
              </a:ext>
            </a:extLst>
          </p:cNvPr>
          <p:cNvSpPr txBox="1"/>
          <p:nvPr/>
        </p:nvSpPr>
        <p:spPr>
          <a:xfrm>
            <a:off x="26617951" y="3396094"/>
            <a:ext cx="15387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chemeClr val="accent6">
                    <a:lumMod val="50000"/>
                  </a:schemeClr>
                </a:solidFill>
              </a:rPr>
              <a:t>Autorinnen und Autoren</a:t>
            </a: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F1179114-A8B6-12EC-81A1-BEE859370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3978" y="4276415"/>
            <a:ext cx="9156986" cy="8974090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51862CFB-3F16-158F-3422-CF7496389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92" y="12129765"/>
            <a:ext cx="17539712" cy="2560542"/>
          </a:xfrm>
          <a:prstGeom prst="rect">
            <a:avLst/>
          </a:prstGeom>
        </p:spPr>
      </p:pic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466637A8-1578-EFEA-ED3F-C26A7BB0F5E1}"/>
              </a:ext>
            </a:extLst>
          </p:cNvPr>
          <p:cNvGrpSpPr/>
          <p:nvPr/>
        </p:nvGrpSpPr>
        <p:grpSpPr>
          <a:xfrm>
            <a:off x="26617951" y="4279373"/>
            <a:ext cx="7040678" cy="10132085"/>
            <a:chOff x="26617951" y="4279373"/>
            <a:chExt cx="7040678" cy="10132085"/>
          </a:xfrm>
        </p:grpSpPr>
        <p:sp>
          <p:nvSpPr>
            <p:cNvPr id="35" name="Rechteck: abgerundete Ecken 34">
              <a:extLst>
                <a:ext uri="{FF2B5EF4-FFF2-40B4-BE49-F238E27FC236}">
                  <a16:creationId xmlns:a16="http://schemas.microsoft.com/office/drawing/2014/main" id="{D75FC81C-E453-ACBD-454A-9461C9DC7419}"/>
                </a:ext>
              </a:extLst>
            </p:cNvPr>
            <p:cNvSpPr/>
            <p:nvPr/>
          </p:nvSpPr>
          <p:spPr>
            <a:xfrm>
              <a:off x="26617951" y="4279373"/>
              <a:ext cx="7040678" cy="10132085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F50C789B-EC09-586C-BEE4-7D10EED2FC4E}"/>
                </a:ext>
              </a:extLst>
            </p:cNvPr>
            <p:cNvSpPr txBox="1"/>
            <p:nvPr/>
          </p:nvSpPr>
          <p:spPr>
            <a:xfrm>
              <a:off x="30138290" y="4812242"/>
              <a:ext cx="296291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e-DE" sz="4800" b="1" cap="all" dirty="0">
                  <a:solidFill>
                    <a:schemeClr val="accent6">
                      <a:lumMod val="50000"/>
                    </a:schemeClr>
                  </a:solidFill>
                </a:rPr>
                <a:t>Heading</a:t>
              </a:r>
            </a:p>
          </p:txBody>
        </p: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277E32FC-232E-5C87-BA2D-35149E1661A0}"/>
                </a:ext>
              </a:extLst>
            </p:cNvPr>
            <p:cNvSpPr txBox="1"/>
            <p:nvPr/>
          </p:nvSpPr>
          <p:spPr>
            <a:xfrm>
              <a:off x="26889684" y="6346185"/>
              <a:ext cx="6689825" cy="7901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800" dirty="0">
                  <a:solidFill>
                    <a:schemeClr val="bg1"/>
                  </a:solidFill>
                </a:rPr>
                <a:t>Erläuterungen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5F77D634-1670-6310-44D1-2E6D0B5CA70F}"/>
              </a:ext>
            </a:extLst>
          </p:cNvPr>
          <p:cNvGrpSpPr/>
          <p:nvPr/>
        </p:nvGrpSpPr>
        <p:grpSpPr>
          <a:xfrm>
            <a:off x="731892" y="4276415"/>
            <a:ext cx="15520582" cy="7403502"/>
            <a:chOff x="731892" y="4276415"/>
            <a:chExt cx="15520582" cy="7403502"/>
          </a:xfrm>
        </p:grpSpPr>
        <p:sp>
          <p:nvSpPr>
            <p:cNvPr id="39" name="Rechteck: abgerundete Ecken 38">
              <a:extLst>
                <a:ext uri="{FF2B5EF4-FFF2-40B4-BE49-F238E27FC236}">
                  <a16:creationId xmlns:a16="http://schemas.microsoft.com/office/drawing/2014/main" id="{F859A3D8-27BC-9AE2-95AB-AF33847A1878}"/>
                </a:ext>
              </a:extLst>
            </p:cNvPr>
            <p:cNvSpPr/>
            <p:nvPr/>
          </p:nvSpPr>
          <p:spPr>
            <a:xfrm>
              <a:off x="731892" y="4276415"/>
              <a:ext cx="15520582" cy="7403502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BE2CB717-5E60-32F0-E6C6-6092D4DCEBE1}"/>
                </a:ext>
              </a:extLst>
            </p:cNvPr>
            <p:cNvSpPr txBox="1"/>
            <p:nvPr/>
          </p:nvSpPr>
          <p:spPr>
            <a:xfrm>
              <a:off x="12603727" y="4726263"/>
              <a:ext cx="2944728" cy="916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e-DE" sz="4800" b="1" cap="all" dirty="0">
                  <a:solidFill>
                    <a:schemeClr val="accent6">
                      <a:lumMod val="50000"/>
                    </a:schemeClr>
                  </a:solidFill>
                </a:rPr>
                <a:t>Heading</a:t>
              </a:r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02178A00-51C9-EE85-A3E6-55D84D9C1648}"/>
                </a:ext>
              </a:extLst>
            </p:cNvPr>
            <p:cNvSpPr txBox="1"/>
            <p:nvPr/>
          </p:nvSpPr>
          <p:spPr>
            <a:xfrm>
              <a:off x="1330905" y="5786632"/>
              <a:ext cx="14747155" cy="5773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800" dirty="0">
                  <a:solidFill>
                    <a:schemeClr val="bg1"/>
                  </a:solidFill>
                </a:rPr>
                <a:t>Erläuterungen</a:t>
              </a:r>
            </a:p>
          </p:txBody>
        </p:sp>
      </p:grpSp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8469D62A-5F85-9D4D-ED12-82D419AFAEA8}"/>
              </a:ext>
            </a:extLst>
          </p:cNvPr>
          <p:cNvGrpSpPr/>
          <p:nvPr/>
        </p:nvGrpSpPr>
        <p:grpSpPr>
          <a:xfrm>
            <a:off x="1114867" y="15137606"/>
            <a:ext cx="41688896" cy="7380152"/>
            <a:chOff x="1114867" y="15137606"/>
            <a:chExt cx="41688896" cy="7380152"/>
          </a:xfrm>
        </p:grpSpPr>
        <p:grpSp>
          <p:nvGrpSpPr>
            <p:cNvPr id="45" name="Gruppieren 44">
              <a:extLst>
                <a:ext uri="{FF2B5EF4-FFF2-40B4-BE49-F238E27FC236}">
                  <a16:creationId xmlns:a16="http://schemas.microsoft.com/office/drawing/2014/main" id="{1E116DB9-212A-17C0-5537-376DE76D9156}"/>
                </a:ext>
              </a:extLst>
            </p:cNvPr>
            <p:cNvGrpSpPr/>
            <p:nvPr/>
          </p:nvGrpSpPr>
          <p:grpSpPr>
            <a:xfrm>
              <a:off x="1114867" y="15137606"/>
              <a:ext cx="41688896" cy="7380152"/>
              <a:chOff x="-1" y="21015585"/>
              <a:chExt cx="30275213" cy="8648389"/>
            </a:xfrm>
          </p:grpSpPr>
          <p:sp>
            <p:nvSpPr>
              <p:cNvPr id="47" name="Rechteck 46">
                <a:extLst>
                  <a:ext uri="{FF2B5EF4-FFF2-40B4-BE49-F238E27FC236}">
                    <a16:creationId xmlns:a16="http://schemas.microsoft.com/office/drawing/2014/main" id="{9BE868D5-6D24-9411-DD96-16F66AB92EB3}"/>
                  </a:ext>
                </a:extLst>
              </p:cNvPr>
              <p:cNvSpPr/>
              <p:nvPr/>
            </p:nvSpPr>
            <p:spPr>
              <a:xfrm>
                <a:off x="-1" y="21015585"/>
                <a:ext cx="30275213" cy="8648389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48" name="Rechteck: abgerundete Ecken 47">
                <a:extLst>
                  <a:ext uri="{FF2B5EF4-FFF2-40B4-BE49-F238E27FC236}">
                    <a16:creationId xmlns:a16="http://schemas.microsoft.com/office/drawing/2014/main" id="{E87BBAE6-87D8-C112-E76E-8747D4A62F51}"/>
                  </a:ext>
                </a:extLst>
              </p:cNvPr>
              <p:cNvSpPr/>
              <p:nvPr/>
            </p:nvSpPr>
            <p:spPr>
              <a:xfrm>
                <a:off x="527542" y="21932393"/>
                <a:ext cx="8885127" cy="681477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in</a:t>
                </a:r>
              </a:p>
            </p:txBody>
          </p:sp>
          <p:sp>
            <p:nvSpPr>
              <p:cNvPr id="49" name="Pfeil: nach rechts 48">
                <a:extLst>
                  <a:ext uri="{FF2B5EF4-FFF2-40B4-BE49-F238E27FC236}">
                    <a16:creationId xmlns:a16="http://schemas.microsoft.com/office/drawing/2014/main" id="{71194B55-426C-5850-293C-D90EAF5D8259}"/>
                  </a:ext>
                </a:extLst>
              </p:cNvPr>
              <p:cNvSpPr/>
              <p:nvPr/>
            </p:nvSpPr>
            <p:spPr>
              <a:xfrm>
                <a:off x="9997878" y="24775826"/>
                <a:ext cx="1410355" cy="1390789"/>
              </a:xfrm>
              <a:prstGeom prst="rightArrow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0" name="Textfeld 49">
                <a:extLst>
                  <a:ext uri="{FF2B5EF4-FFF2-40B4-BE49-F238E27FC236}">
                    <a16:creationId xmlns:a16="http://schemas.microsoft.com/office/drawing/2014/main" id="{A35E8F05-46A3-FB8B-DCB2-42E34B2FC2EC}"/>
                  </a:ext>
                </a:extLst>
              </p:cNvPr>
              <p:cNvSpPr txBox="1"/>
              <p:nvPr/>
            </p:nvSpPr>
            <p:spPr>
              <a:xfrm>
                <a:off x="4405702" y="22182334"/>
                <a:ext cx="424531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GB" sz="4800" b="1" cap="all" dirty="0">
                    <a:solidFill>
                      <a:schemeClr val="accent6">
                        <a:lumMod val="50000"/>
                      </a:schemeClr>
                    </a:solidFill>
                  </a:rPr>
                  <a:t>Heading</a:t>
                </a:r>
                <a:endParaRPr lang="de-DE" sz="4800" b="1" cap="all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p:grpSp>
        <p:graphicFrame>
          <p:nvGraphicFramePr>
            <p:cNvPr id="46" name="Diagramm 45">
              <a:extLst>
                <a:ext uri="{FF2B5EF4-FFF2-40B4-BE49-F238E27FC236}">
                  <a16:creationId xmlns:a16="http://schemas.microsoft.com/office/drawing/2014/main" id="{43033E7F-5D86-417A-3C80-F6A4534D991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286361713"/>
                </p:ext>
              </p:extLst>
            </p:nvPr>
          </p:nvGraphicFramePr>
          <p:xfrm>
            <a:off x="2494862" y="16433740"/>
            <a:ext cx="10992259" cy="500150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" r:lo="rId6" r:qs="rId7" r:cs="rId8"/>
            </a:graphicData>
          </a:graphic>
        </p:graphicFrame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6724B08F-3C5D-D28F-0FD4-9969ABF65A94}"/>
              </a:ext>
            </a:extLst>
          </p:cNvPr>
          <p:cNvGrpSpPr/>
          <p:nvPr/>
        </p:nvGrpSpPr>
        <p:grpSpPr>
          <a:xfrm>
            <a:off x="34363690" y="4310944"/>
            <a:ext cx="7641286" cy="10132085"/>
            <a:chOff x="34363690" y="4310944"/>
            <a:chExt cx="7641286" cy="10132085"/>
          </a:xfrm>
        </p:grpSpPr>
        <p:sp>
          <p:nvSpPr>
            <p:cNvPr id="52" name="Rechteck: abgerundete Ecken 51">
              <a:extLst>
                <a:ext uri="{FF2B5EF4-FFF2-40B4-BE49-F238E27FC236}">
                  <a16:creationId xmlns:a16="http://schemas.microsoft.com/office/drawing/2014/main" id="{86CD185E-3BE0-FFE7-DC3D-6229F4E20DE4}"/>
                </a:ext>
              </a:extLst>
            </p:cNvPr>
            <p:cNvSpPr/>
            <p:nvPr/>
          </p:nvSpPr>
          <p:spPr>
            <a:xfrm>
              <a:off x="34363690" y="4310944"/>
              <a:ext cx="7641286" cy="10132085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711A14F7-F180-C7DC-5DFB-77B2BBF70543}"/>
                </a:ext>
              </a:extLst>
            </p:cNvPr>
            <p:cNvSpPr txBox="1"/>
            <p:nvPr/>
          </p:nvSpPr>
          <p:spPr>
            <a:xfrm>
              <a:off x="38184333" y="4843813"/>
              <a:ext cx="321567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e-DE" sz="4800" b="1" cap="all" dirty="0">
                  <a:solidFill>
                    <a:schemeClr val="accent6">
                      <a:lumMod val="50000"/>
                    </a:schemeClr>
                  </a:solidFill>
                </a:rPr>
                <a:t>Heading</a:t>
              </a:r>
            </a:p>
          </p:txBody>
        </p: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8EC298BC-2FFF-D394-7241-6B742674E4C3}"/>
                </a:ext>
              </a:extLst>
            </p:cNvPr>
            <p:cNvSpPr txBox="1"/>
            <p:nvPr/>
          </p:nvSpPr>
          <p:spPr>
            <a:xfrm>
              <a:off x="34658604" y="6377756"/>
              <a:ext cx="7260503" cy="7901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800" dirty="0">
                  <a:solidFill>
                    <a:schemeClr val="bg1"/>
                  </a:solidFill>
                </a:rPr>
                <a:t>Erläuterungen</a:t>
              </a:r>
            </a:p>
          </p:txBody>
        </p:sp>
      </p:grpSp>
      <p:sp>
        <p:nvSpPr>
          <p:cNvPr id="56" name="Rechteck: abgerundete Ecken 55">
            <a:extLst>
              <a:ext uri="{FF2B5EF4-FFF2-40B4-BE49-F238E27FC236}">
                <a16:creationId xmlns:a16="http://schemas.microsoft.com/office/drawing/2014/main" id="{08AE66EA-0469-54C0-F0E5-04D164FE1F65}"/>
              </a:ext>
            </a:extLst>
          </p:cNvPr>
          <p:cNvSpPr/>
          <p:nvPr/>
        </p:nvSpPr>
        <p:spPr>
          <a:xfrm>
            <a:off x="19151914" y="23365371"/>
            <a:ext cx="14506715" cy="606222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969CABF0-D206-4235-0B59-02EB35628379}"/>
              </a:ext>
            </a:extLst>
          </p:cNvPr>
          <p:cNvSpPr txBox="1"/>
          <p:nvPr/>
        </p:nvSpPr>
        <p:spPr>
          <a:xfrm>
            <a:off x="21812911" y="23904711"/>
            <a:ext cx="112882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4800" b="1" cap="all" dirty="0" err="1">
                <a:solidFill>
                  <a:schemeClr val="bg1"/>
                </a:solidFill>
              </a:rPr>
              <a:t>heading</a:t>
            </a:r>
            <a:endParaRPr lang="de-DE" sz="4800" b="1" cap="all" dirty="0">
              <a:solidFill>
                <a:schemeClr val="bg1"/>
              </a:solidFill>
            </a:endParaRP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6AD97AD9-EC7F-2B8F-235A-4D037E604729}"/>
              </a:ext>
            </a:extLst>
          </p:cNvPr>
          <p:cNvSpPr txBox="1"/>
          <p:nvPr/>
        </p:nvSpPr>
        <p:spPr>
          <a:xfrm>
            <a:off x="19700245" y="24597041"/>
            <a:ext cx="158086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</a:rPr>
              <a:t>Erläuterungen</a:t>
            </a:r>
          </a:p>
        </p:txBody>
      </p:sp>
      <p:sp>
        <p:nvSpPr>
          <p:cNvPr id="62" name="Rechteck: abgerundete Ecken 61">
            <a:extLst>
              <a:ext uri="{FF2B5EF4-FFF2-40B4-BE49-F238E27FC236}">
                <a16:creationId xmlns:a16="http://schemas.microsoft.com/office/drawing/2014/main" id="{AEE666B9-BA66-75CF-20C1-3CBFD37844FD}"/>
              </a:ext>
            </a:extLst>
          </p:cNvPr>
          <p:cNvSpPr/>
          <p:nvPr/>
        </p:nvSpPr>
        <p:spPr>
          <a:xfrm>
            <a:off x="2256905" y="23285657"/>
            <a:ext cx="16244091" cy="606222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C23C96A2-AD5B-E751-FC43-FA09E84E15A8}"/>
              </a:ext>
            </a:extLst>
          </p:cNvPr>
          <p:cNvSpPr txBox="1"/>
          <p:nvPr/>
        </p:nvSpPr>
        <p:spPr>
          <a:xfrm>
            <a:off x="6664369" y="23810677"/>
            <a:ext cx="112882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4800" b="1" cap="all" dirty="0" err="1">
                <a:solidFill>
                  <a:schemeClr val="bg1"/>
                </a:solidFill>
              </a:rPr>
              <a:t>heading</a:t>
            </a:r>
            <a:endParaRPr lang="de-DE" sz="4800" b="1" cap="all" dirty="0">
              <a:solidFill>
                <a:schemeClr val="bg1"/>
              </a:solidFill>
            </a:endParaRP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1695FA5-3DEC-85C7-5AAE-F9B5574494A5}"/>
              </a:ext>
            </a:extLst>
          </p:cNvPr>
          <p:cNvSpPr txBox="1"/>
          <p:nvPr/>
        </p:nvSpPr>
        <p:spPr>
          <a:xfrm>
            <a:off x="2692333" y="24738646"/>
            <a:ext cx="158086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</a:rPr>
              <a:t>Erläuterungen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3EDC8046-AD9F-F6FD-545C-AA5CBEA833F3}"/>
              </a:ext>
            </a:extLst>
          </p:cNvPr>
          <p:cNvSpPr txBox="1"/>
          <p:nvPr/>
        </p:nvSpPr>
        <p:spPr>
          <a:xfrm>
            <a:off x="23221305" y="7929932"/>
            <a:ext cx="275503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bg1"/>
                </a:solidFill>
              </a:rPr>
              <a:t>00</a:t>
            </a:r>
            <a:endParaRPr lang="en-GB" sz="5400" b="1" dirty="0">
              <a:solidFill>
                <a:schemeClr val="bg1"/>
              </a:solidFill>
            </a:endParaRPr>
          </a:p>
          <a:p>
            <a:pPr algn="ctr"/>
            <a:r>
              <a:rPr lang="en-GB" sz="2800" b="1" dirty="0">
                <a:solidFill>
                  <a:schemeClr val="bg1"/>
                </a:solidFill>
              </a:rPr>
              <a:t>Ø ALTER</a:t>
            </a:r>
            <a:endParaRPr lang="de-DE" sz="2800" b="1" dirty="0">
              <a:solidFill>
                <a:schemeClr val="bg1"/>
              </a:solidFill>
            </a:endParaRPr>
          </a:p>
        </p:txBody>
      </p:sp>
      <p:sp>
        <p:nvSpPr>
          <p:cNvPr id="137" name="Flussdiagramm: Verbinder 136">
            <a:extLst>
              <a:ext uri="{FF2B5EF4-FFF2-40B4-BE49-F238E27FC236}">
                <a16:creationId xmlns:a16="http://schemas.microsoft.com/office/drawing/2014/main" id="{0830F65F-6A24-5F08-7A32-7F402D378355}"/>
              </a:ext>
            </a:extLst>
          </p:cNvPr>
          <p:cNvSpPr/>
          <p:nvPr/>
        </p:nvSpPr>
        <p:spPr>
          <a:xfrm>
            <a:off x="37875779" y="646508"/>
            <a:ext cx="2456624" cy="247128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9" name="Flussdiagramm: Verbinder 138">
            <a:extLst>
              <a:ext uri="{FF2B5EF4-FFF2-40B4-BE49-F238E27FC236}">
                <a16:creationId xmlns:a16="http://schemas.microsoft.com/office/drawing/2014/main" id="{8663CBF3-B209-37CD-B147-4D314B842E52}"/>
              </a:ext>
            </a:extLst>
          </p:cNvPr>
          <p:cNvSpPr/>
          <p:nvPr/>
        </p:nvSpPr>
        <p:spPr>
          <a:xfrm>
            <a:off x="34956219" y="614162"/>
            <a:ext cx="2456624" cy="247128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1" name="Flussdiagramm: Verbinder 140">
            <a:extLst>
              <a:ext uri="{FF2B5EF4-FFF2-40B4-BE49-F238E27FC236}">
                <a16:creationId xmlns:a16="http://schemas.microsoft.com/office/drawing/2014/main" id="{C3E2A935-CEC8-98A5-C244-B795B42A2F14}"/>
              </a:ext>
            </a:extLst>
          </p:cNvPr>
          <p:cNvSpPr/>
          <p:nvPr/>
        </p:nvSpPr>
        <p:spPr>
          <a:xfrm>
            <a:off x="32036660" y="622287"/>
            <a:ext cx="2456624" cy="247128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3" name="Textfeld 142">
            <a:extLst>
              <a:ext uri="{FF2B5EF4-FFF2-40B4-BE49-F238E27FC236}">
                <a16:creationId xmlns:a16="http://schemas.microsoft.com/office/drawing/2014/main" id="{35FE1163-6227-D9B7-A3F9-CF94999F18BD}"/>
              </a:ext>
            </a:extLst>
          </p:cNvPr>
          <p:cNvSpPr txBox="1"/>
          <p:nvPr/>
        </p:nvSpPr>
        <p:spPr>
          <a:xfrm>
            <a:off x="34038976" y="-122933"/>
            <a:ext cx="44425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/>
              <a:t>Platzhalter Logos</a:t>
            </a:r>
          </a:p>
        </p:txBody>
      </p:sp>
      <p:sp>
        <p:nvSpPr>
          <p:cNvPr id="144" name="Textfeld 143">
            <a:extLst>
              <a:ext uri="{FF2B5EF4-FFF2-40B4-BE49-F238E27FC236}">
                <a16:creationId xmlns:a16="http://schemas.microsoft.com/office/drawing/2014/main" id="{92E627EF-9632-8419-B220-BFC28AB8F92A}"/>
              </a:ext>
            </a:extLst>
          </p:cNvPr>
          <p:cNvSpPr txBox="1"/>
          <p:nvPr/>
        </p:nvSpPr>
        <p:spPr>
          <a:xfrm>
            <a:off x="34363690" y="23595183"/>
            <a:ext cx="7555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Literatur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1722431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laugrü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52</Words>
  <Application>Microsoft Office PowerPoint</Application>
  <PresentationFormat>Benutzerdefiniert</PresentationFormat>
  <Paragraphs>18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Black</vt:lpstr>
      <vt:lpstr>Aptos Display</vt:lpstr>
      <vt:lpstr>Arial</vt:lpstr>
      <vt:lpstr>Office</vt:lpstr>
      <vt:lpstr>TITEL TITEL TITEL TITEL TITEL – A titel of titel titel titel with titel and titel on titel titel titel and titels under titel titel titel titel titel titel.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Lena Dany</dc:creator>
  <cp:lastModifiedBy>Lena Dany</cp:lastModifiedBy>
  <cp:revision>2</cp:revision>
  <dcterms:created xsi:type="dcterms:W3CDTF">2026-07-28T09:15:25Z</dcterms:created>
  <dcterms:modified xsi:type="dcterms:W3CDTF">2026-07-29T09:02:42Z</dcterms:modified>
</cp:coreProperties>
</file>