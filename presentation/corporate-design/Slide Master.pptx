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 defTabSz="685800"/>
            <a:r>
              <a:rPr lang="de-DE" sz="3300" b="1" u="none" strike="noStrike">
                <a:solidFill>
                  <a:srgbClr val="3A77AD"/>
                </a:solidFill>
                <a:effectLst/>
                <a:uFillTx/>
                <a:latin typeface="Arial"/>
              </a:rPr>
              <a:t>Folie mittels Klicken verschieben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Format der Notizen mittels Klicken bearbeiten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&lt;Kopfzeile&gt;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 idx="3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&lt;Datum/Uhrzeit&gt;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 idx="3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&lt;Fußzeile&gt;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 idx="3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buNone/>
            </a:pPr>
            <a:fld id="{70484D3C-109A-4640-8F74-A793CD588A3B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Haupttite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33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34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buNone/>
              <a:defRPr lang="de-DE" sz="3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</a:pPr>
            <a:r>
              <a:rPr lang="de-DE" sz="3000" b="1" u="none" strike="noStrike" cap="all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000" b="1" u="none" strike="noStrike" cap="all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 hasCustomPrompt="1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0000" tIns="45720" rIns="91440" bIns="45720" anchor="b">
            <a:normAutofit/>
          </a:bodyPr>
          <a:lstStyle>
            <a:lvl1pPr marL="0"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500" b="0" u="none" strike="noStrike" dirty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500" b="0" u="none" strike="noStrike" dirty="0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1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2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1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895EC4-E7BF-4114-8BE3-22418D5D2F7A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3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4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de-DE" sz="3300" b="1" u="none" strike="noStrike">
                <a:solidFill>
                  <a:srgbClr val="3A77AD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r>
              <a:rPr lang="de-DE" sz="3300" b="1" u="none" strike="noStrike" dirty="0">
                <a:solidFill>
                  <a:srgbClr val="3A77AD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 dirty="0">
              <a:solidFill>
                <a:srgbClr val="3A77AD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D1CDBE-F964-4CAB-BE07-760A57F934F9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27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28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 hasCustomPrompt="1"/>
          </p:nvPr>
        </p:nvSpPr>
        <p:spPr>
          <a:xfrm>
            <a:off x="755640" y="205920"/>
            <a:ext cx="793080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en-US" sz="3300" b="1" u="none" strike="noStrike">
                <a:solidFill>
                  <a:schemeClr val="accent1"/>
                </a:solidFill>
                <a:effectLst/>
                <a:uFillTx/>
                <a:latin typeface="Arial Unicode MS"/>
                <a:ea typeface="Arial Unicode MS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r>
              <a:rPr lang="en-US" sz="3300" b="1" u="none" strike="noStrike" dirty="0" err="1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Titelmasterformat</a:t>
            </a:r>
            <a:r>
              <a:rPr lang="en-US" sz="3300" b="1" u="none" strike="noStrike" dirty="0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 </a:t>
            </a:r>
            <a:r>
              <a:rPr lang="en-US" sz="3300" b="1" u="none" strike="noStrike" dirty="0" err="1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durch</a:t>
            </a:r>
            <a:r>
              <a:rPr lang="en-US" sz="3300" b="1" u="none" strike="noStrike" dirty="0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 </a:t>
            </a:r>
            <a:r>
              <a:rPr lang="en-US" sz="3300" b="1" u="none" strike="noStrike" dirty="0" err="1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Klicken</a:t>
            </a:r>
            <a:r>
              <a:rPr lang="en-US" sz="3300" b="1" u="none" strike="noStrike" dirty="0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 </a:t>
            </a:r>
            <a:r>
              <a:rPr lang="en-US" sz="3300" b="1" u="none" strike="noStrike" dirty="0" err="1">
                <a:solidFill>
                  <a:schemeClr val="dk1"/>
                </a:solidFill>
                <a:effectLst/>
                <a:uFillTx/>
                <a:latin typeface="Arial Unicode MS"/>
                <a:ea typeface="Arial Unicode MS"/>
              </a:rPr>
              <a:t>bearbeiten</a:t>
            </a:r>
            <a:endParaRPr lang="de-DE" sz="3300" b="1" u="none" strike="noStrike" dirty="0">
              <a:solidFill>
                <a:schemeClr val="dk1"/>
              </a:solidFill>
              <a:effectLst/>
              <a:uFillTx/>
              <a:latin typeface="Arial Unicode MS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B83BAE-8B81-45CF-97FF-A94E01BF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solidFill>
                  <a:schemeClr val="dk1">
                    <a:tint val="75000"/>
                  </a:schemeClr>
                </a:solidFill>
                <a:latin typeface="Arial"/>
              </a:rPr>
              <a:t>&lt;Datum/Uhrzeit&gt;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3D2B6F-6AB2-43FF-9C9A-2F603836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FOR 6047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A7EBC7-B19F-4E68-BA15-FC9B1997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D374-5D1C-42EC-9BA3-47981B88CB4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1D17148-41E3-4CC6-AD52-DA8C32EE035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640" y="1204232"/>
            <a:ext cx="7928640" cy="3407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41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42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80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r>
              <a:rPr lang="de-DE" sz="33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4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15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</a:p>
        </p:txBody>
      </p:sp>
      <p:sp>
        <p:nvSpPr>
          <p:cNvPr id="48" name="PlaceHolder 6"/>
          <p:cNvSpPr>
            <a:spLocks noGrp="1"/>
          </p:cNvSpPr>
          <p:nvPr>
            <p:ph type="sldNum" idx="1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654AB7-FE67-4322-B5A7-D05FDE523215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01A22EE-5EAD-4ED2-9AE2-64565F228B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640" y="1204232"/>
            <a:ext cx="3728313" cy="3407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287AA68-87F1-47CF-A8CA-386F3448E4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88923" y="1204232"/>
            <a:ext cx="3997517" cy="3407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50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51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80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r>
              <a:rPr lang="de-DE" sz="33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5640" y="1151280"/>
            <a:ext cx="374148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17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18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1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142F66-2726-4EA1-850A-D5FBF8CE403E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4DBCF868-3CD0-4317-8985-7A0612A18C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5640" y="1661763"/>
            <a:ext cx="3741121" cy="29499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E416E8FE-775F-46A3-94DB-F82868D761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45080" y="1661764"/>
            <a:ext cx="4041360" cy="29499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61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62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55640" y="205920"/>
            <a:ext cx="793080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685800">
              <a:lnSpc>
                <a:spcPct val="100000"/>
              </a:lnSpc>
              <a:buNone/>
              <a:defRPr lang="de-DE" sz="33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685800">
              <a:lnSpc>
                <a:spcPct val="100000"/>
              </a:lnSpc>
              <a:buNone/>
            </a:pPr>
            <a:r>
              <a:rPr lang="de-DE" sz="33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33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20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1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397CAB-6D0E-42A4-9239-98BF5692559E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68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69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dt" idx="23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24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0BBD35-C471-4FA4-810B-154783401415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rech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74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75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defRPr lang="de-DE" sz="15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</a:pPr>
            <a:r>
              <a:rPr lang="de-DE" sz="15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15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5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05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26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7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2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F6B1AF-EED4-48D6-B67D-0B2B4E2CF838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2DB175A-3DD5-4DA0-A53E-05A822F199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06" y="204840"/>
            <a:ext cx="5092714" cy="4387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2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2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erader Verbinder 7"/>
          <p:cNvCxnSpPr/>
          <p:nvPr/>
        </p:nvCxnSpPr>
        <p:spPr>
          <a:xfrm>
            <a:off x="-54000" y="4731840"/>
            <a:ext cx="925236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83" name="Gerader Verbinder 8"/>
          <p:cNvCxnSpPr/>
          <p:nvPr/>
        </p:nvCxnSpPr>
        <p:spPr>
          <a:xfrm>
            <a:off x="323280" y="-74520"/>
            <a:ext cx="360" cy="6939720"/>
          </a:xfrm>
          <a:prstGeom prst="straightConnector1">
            <a:avLst/>
          </a:prstGeom>
          <a:ln w="28575">
            <a:solidFill>
              <a:srgbClr val="3A77AD"/>
            </a:solidFill>
            <a:round/>
          </a:ln>
        </p:spPr>
      </p:cxnSp>
      <p:pic>
        <p:nvPicPr>
          <p:cNvPr id="84" name="Grafik 1"/>
          <p:cNvPicPr/>
          <p:nvPr/>
        </p:nvPicPr>
        <p:blipFill>
          <a:blip r:embed="rId2"/>
          <a:srcRect t="7958" b="13838"/>
          <a:stretch/>
        </p:blipFill>
        <p:spPr>
          <a:xfrm>
            <a:off x="-569160" y="3907080"/>
            <a:ext cx="1815840" cy="82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100000"/>
              </a:lnSpc>
              <a:buNone/>
              <a:def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</a:pPr>
            <a:r>
              <a:rPr lang="de-DE" sz="1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Titelmasterformat durch Klicken bearbeiten</a:t>
            </a:r>
            <a:endParaRPr lang="de-DE" sz="15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buNone/>
              <a:tabLst>
                <a:tab pos="0" algn="l"/>
              </a:tabLst>
              <a:defRPr lang="de-DE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6858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05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Textmasterformat bearbeiten</a:t>
            </a:r>
            <a:endParaRPr lang="de-DE" sz="105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29"/>
          </p:nvPr>
        </p:nvSpPr>
        <p:spPr>
          <a:xfrm>
            <a:off x="75564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30"/>
          </p:nvPr>
        </p:nvSpPr>
        <p:spPr>
          <a:xfrm>
            <a:off x="32734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r>
              <a:rPr lang="de-DE" dirty="0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3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3EE785-09C4-4EEB-B555-42A953B925E7}" type="slidenum"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‹Nr.›</a:t>
            </a:fld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1EB36F0C-B6B0-4F50-AECD-2B3FBE3A75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89179" y="445433"/>
            <a:ext cx="5488581" cy="31192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180000" indent="-18000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60000" indent="-180000">
              <a:buFont typeface="Arial" panose="020B0604020202020204" pitchFamily="34" charset="0"/>
              <a:buChar char="›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540000" indent="-180000">
              <a:buFont typeface="Arial" panose="020B0604020202020204" pitchFamily="34" charset="0"/>
              <a:buChar char="•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720000" indent="-180000">
              <a:buFont typeface="Symbol" panose="05050102010706020507" pitchFamily="18" charset="2"/>
              <a:buChar char="-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8D70C1-B9AD-4454-9C83-8E344BF09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indent="0" algn="l" defTabSz="914400">
              <a:lnSpc>
                <a:spcPct val="100000"/>
              </a:lnSpc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>
                <a:solidFill>
                  <a:schemeClr val="dk1">
                    <a:tint val="75000"/>
                  </a:schemeClr>
                </a:solidFill>
                <a:latin typeface="Arial"/>
              </a:rPr>
              <a:t>&lt;Datum/Uhrzeit&gt;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959474-250B-4BD5-90F6-9732D8998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FOR 6047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3B0276-B5C9-4C81-A3E2-D3E520820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E0D374-5D1C-42EC-9BA3-47981B88CB42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FD1767-E941-4EFC-9F93-9261EA49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30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63EDF9-EBAB-484C-AA23-486B31D07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6633D9-1DEA-4DF7-AFD6-FAFE83AB38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9A99A8-3F34-4207-851F-8324FD3279C2}"/>
              </a:ext>
            </a:extLst>
          </p:cNvPr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50EE23-9427-43FC-BA6B-7D65B1E81CD5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B5D1CDBE-F964-4CAB-BE07-760A57F934F9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2</a:t>
            </a:fld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0582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BD6AB-99D2-43B3-A9AC-F4874DBD7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4C8B4A-E02C-4CF7-98A7-913A066F7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>
                <a:solidFill>
                  <a:schemeClr val="dk1">
                    <a:tint val="75000"/>
                  </a:schemeClr>
                </a:solidFill>
                <a:latin typeface="Arial"/>
              </a:rPr>
              <a:t>&lt;Datum/Uhrzeit&gt;</a:t>
            </a:r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B9B695-4E29-481E-B7F7-936FE2C5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96E713-D9C1-40AB-9E52-59E0D87C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D374-5D1C-42EC-9BA3-47981B88CB4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5E8E1CB-CBA5-4DC3-B1CB-65DAE21E41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22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51EB8-B5BD-42E0-95E1-629334F4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3D1F68-B19D-40D9-B1FA-0E43666CBED5}"/>
              </a:ext>
            </a:extLst>
          </p:cNvPr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C5F2141-EEBE-4171-B415-A74606DE36FC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2C606F-15AC-4F20-A3E6-FF47C0E8AC48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1C654AB7-FE67-4322-B5A7-D05FDE523215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1298F5-075F-417D-BB92-6959876E7C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DE15B72-E582-48BB-B3B6-C7212F9F86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402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C28D7-355E-4D0C-815B-25BDD677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BDB9BF-B477-435A-9796-73182A4DF1B4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8E1448-827B-4FF3-9E1E-C60BF31975AF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CCAF42-221F-494D-9002-B069F72F4E7E}"/>
              </a:ext>
            </a:extLst>
          </p:cNvPr>
          <p:cNvSpPr>
            <a:spLocks noGrp="1"/>
          </p:cNvSpPr>
          <p:nvPr>
            <p:ph type="dt" idx="17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C4C996-97C9-42EF-AAB2-75FA66B93C61}"/>
              </a:ext>
            </a:extLst>
          </p:cNvPr>
          <p:cNvSpPr>
            <a:spLocks noGrp="1"/>
          </p:cNvSpPr>
          <p:nvPr>
            <p:ph type="ftr" idx="18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CAD345-8ECF-42F4-8129-E01C1EA9635B}"/>
              </a:ext>
            </a:extLst>
          </p:cNvPr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F4142F66-2726-4EA1-850A-D5FBF8CE403E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C11DAD-9D6B-4B3E-80DF-28CBC4142E6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E217537-B525-4467-B5D9-9ECF6F7BC2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61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D6D9D-220D-4052-9068-B5E1CC8F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0B1ECE-B984-48E1-8D1A-540DF2372E33}"/>
              </a:ext>
            </a:extLst>
          </p:cNvPr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D91055-934E-4A36-B0F9-B6809DFCCC37}"/>
              </a:ext>
            </a:extLst>
          </p:cNvPr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D380A9-F377-4A88-B551-B418D085A041}"/>
              </a:ext>
            </a:extLst>
          </p:cNvPr>
          <p:cNvSpPr>
            <a:spLocks noGrp="1"/>
          </p:cNvSpPr>
          <p:nvPr>
            <p:ph type="sldNum" idx="2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60397CAB-6D0E-42A4-9239-98BF5692559E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04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E37419-E5D7-4093-89E4-798DE833201C}"/>
              </a:ext>
            </a:extLst>
          </p:cNvPr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89FE7A-D0EC-40BD-9CE9-34E9D1BA777F}"/>
              </a:ext>
            </a:extLst>
          </p:cNvPr>
          <p:cNvSpPr>
            <a:spLocks noGrp="1"/>
          </p:cNvSpPr>
          <p:nvPr>
            <p:ph type="ftr" idx="24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AE099-3A55-4E9B-9DAE-B886F4BF82B0}"/>
              </a:ext>
            </a:extLst>
          </p:cNvPr>
          <p:cNvSpPr>
            <a:spLocks noGrp="1"/>
          </p:cNvSpPr>
          <p:nvPr>
            <p:ph type="sldNum" idx="25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CB0BBD35-C471-4FA4-810B-154783401415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7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241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C907C-8951-4629-A571-F7C2E1BD3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EEF074-AA43-4DBB-AA97-8D23E9ED575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E598A-BFA5-4A8E-85E3-C388C75243ED}"/>
              </a:ext>
            </a:extLst>
          </p:cNvPr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028201-4679-4167-AD90-8AC84E4D1ECC}"/>
              </a:ext>
            </a:extLst>
          </p:cNvPr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DA22C3-9EAC-4180-ADF7-86254E04C895}"/>
              </a:ext>
            </a:extLst>
          </p:cNvPr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A5F6B1AF-EED4-48D6-B67D-0B2B4E2CF838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D7606C1-C40D-4074-B065-3D9E8DFEF6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5541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85739B-E799-42D2-B01E-FA16FA13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C7E65A-BE64-41B5-A54C-941FEF363A8E}"/>
              </a:ext>
            </a:extLst>
          </p:cNvPr>
          <p:cNvSpPr>
            <a:spLocks noGrp="1"/>
          </p:cNvSpPr>
          <p:nvPr>
            <p:ph type="dt" idx="29"/>
          </p:nvPr>
        </p:nvSpPr>
        <p:spPr/>
        <p:txBody>
          <a:bodyPr/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&lt;Datum/Uhrzeit&gt;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63CAD7-6605-411D-91A4-D5E6764FAA99}"/>
              </a:ext>
            </a:extLst>
          </p:cNvPr>
          <p:cNvSpPr>
            <a:spLocks noGrp="1"/>
          </p:cNvSpPr>
          <p:nvPr>
            <p:ph type="ftr" idx="30"/>
          </p:nvPr>
        </p:nvSpPr>
        <p:spPr/>
        <p:txBody>
          <a:bodyPr/>
          <a:lstStyle/>
          <a:p>
            <a:r>
              <a:rPr lang="de-DE"/>
              <a:t>FOR 6047</a:t>
            </a:r>
            <a:endParaRPr lang="de-DE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910E5-23A1-452C-B059-5385159AD47C}"/>
              </a:ext>
            </a:extLst>
          </p:cNvPr>
          <p:cNvSpPr>
            <a:spLocks noGrp="1"/>
          </p:cNvSpPr>
          <p:nvPr>
            <p:ph type="sldNum" idx="3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</a:pPr>
            <a:fld id="{793EE785-09C4-4EEB-B555-42A953B925E7}" type="slidenum">
              <a:rPr lang="de-DE" sz="9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de-DE" sz="9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999F95E-539D-43E4-83E6-256C06BE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969503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</Words>
  <Application>Microsoft Office PowerPoint</Application>
  <PresentationFormat>Bildschirmpräsentation (16:9)</PresentationFormat>
  <Paragraphs>24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Arial</vt:lpstr>
      <vt:lpstr>Arial Unicode MS</vt:lpstr>
      <vt:lpstr>Calibri</vt:lpstr>
      <vt:lpstr>DejaVu Sans</vt:lpstr>
      <vt:lpstr>Symbol</vt:lpstr>
      <vt:lpstr>Wingdings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Hüther-Pape</dc:creator>
  <dc:description/>
  <cp:lastModifiedBy>Weichert, Dorina</cp:lastModifiedBy>
  <cp:revision>338</cp:revision>
  <cp:lastPrinted>2025-07-16T10:00:35Z</cp:lastPrinted>
  <dcterms:created xsi:type="dcterms:W3CDTF">2013-05-06T16:21:35Z</dcterms:created>
  <dcterms:modified xsi:type="dcterms:W3CDTF">2026-07-21T11:01:55Z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12</vt:r8>
  </property>
  <property fmtid="{D5CDD505-2E9C-101B-9397-08002B2CF9AE}" pid="3" name="Notes">
    <vt:r8>32</vt:r8>
  </property>
  <property fmtid="{D5CDD505-2E9C-101B-9397-08002B2CF9AE}" pid="4" name="PresentationFormat">
    <vt:lpwstr>Bildschirmpräsentation (16:9)</vt:lpwstr>
  </property>
  <property fmtid="{D5CDD505-2E9C-101B-9397-08002B2CF9AE}" pid="5" name="Slides">
    <vt:r8>32</vt:r8>
  </property>
</Properties>
</file>